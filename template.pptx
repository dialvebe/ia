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3" r:id="rId5"/>
    <p:sldMasterId id="2147483674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</p:sldIdLst>
  <p:sldSz cy="5143500" cx="9144000"/>
  <p:notesSz cx="6858000" cy="9144000"/>
  <p:embeddedFontLst>
    <p:embeddedFont>
      <p:font typeface="Proxima Nova"/>
      <p:regular r:id="rId52"/>
      <p:bold r:id="rId53"/>
      <p:italic r:id="rId54"/>
      <p:boldItalic r:id="rId55"/>
    </p:embeddedFont>
    <p:embeddedFont>
      <p:font typeface="Roboto"/>
      <p:regular r:id="rId56"/>
      <p:bold r:id="rId57"/>
      <p:italic r:id="rId58"/>
      <p:boldItalic r:id="rId59"/>
    </p:embeddedFont>
    <p:embeddedFont>
      <p:font typeface="Roboto Medium"/>
      <p:regular r:id="rId60"/>
      <p:bold r:id="rId61"/>
      <p:italic r:id="rId62"/>
      <p:boldItalic r:id="rId63"/>
    </p:embeddedFont>
    <p:embeddedFont>
      <p:font typeface="Amatic SC"/>
      <p:regular r:id="rId64"/>
      <p:bold r:id="rId65"/>
    </p:embeddedFont>
    <p:embeddedFont>
      <p:font typeface="Lato"/>
      <p:regular r:id="rId66"/>
      <p:bold r:id="rId67"/>
      <p:italic r:id="rId68"/>
      <p:boldItalic r:id="rId69"/>
    </p:embeddedFont>
    <p:embeddedFont>
      <p:font typeface="Montserrat"/>
      <p:regular r:id="rId70"/>
      <p:bold r:id="rId71"/>
      <p:italic r:id="rId72"/>
      <p:boldItalic r:id="rId73"/>
    </p:embeddedFont>
    <p:embeddedFont>
      <p:font typeface="Lato Light"/>
      <p:regular r:id="rId74"/>
      <p:bold r:id="rId75"/>
      <p:italic r:id="rId76"/>
      <p:boldItalic r:id="rId77"/>
    </p:embeddedFont>
    <p:embeddedFont>
      <p:font typeface="Proxima Nova Semibold"/>
      <p:regular r:id="rId78"/>
      <p:bold r:id="rId79"/>
      <p:boldItalic r:id="rId80"/>
    </p:embeddedFont>
    <p:embeddedFont>
      <p:font typeface="Open Sans"/>
      <p:regular r:id="rId81"/>
      <p:bold r:id="rId82"/>
      <p:italic r:id="rId83"/>
      <p:boldItalic r:id="rId8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5312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CE53BD47-25EB-4F6B-BCE6-F44BA581A053}">
  <a:tblStyle styleId="{CE53BD47-25EB-4F6B-BCE6-F44BA581A05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312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OpenSans-boldItalic.fntdata"/><Relationship Id="rId83" Type="http://schemas.openxmlformats.org/officeDocument/2006/relationships/font" Target="fonts/OpenSans-italic.fntdata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ProximaNovaSemibold-boldItalic.fntdata"/><Relationship Id="rId82" Type="http://schemas.openxmlformats.org/officeDocument/2006/relationships/font" Target="fonts/OpenSans-bold.fntdata"/><Relationship Id="rId81" Type="http://schemas.openxmlformats.org/officeDocument/2006/relationships/font" Target="fonts/OpenSans-regular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Montserrat-boldItalic.fntdata"/><Relationship Id="rId72" Type="http://schemas.openxmlformats.org/officeDocument/2006/relationships/font" Target="fonts/Montserrat-italic.fntdata"/><Relationship Id="rId31" Type="http://schemas.openxmlformats.org/officeDocument/2006/relationships/slide" Target="slides/slide24.xml"/><Relationship Id="rId75" Type="http://schemas.openxmlformats.org/officeDocument/2006/relationships/font" Target="fonts/LatoLight-bold.fntdata"/><Relationship Id="rId30" Type="http://schemas.openxmlformats.org/officeDocument/2006/relationships/slide" Target="slides/slide23.xml"/><Relationship Id="rId74" Type="http://schemas.openxmlformats.org/officeDocument/2006/relationships/font" Target="fonts/LatoLight-regular.fntdata"/><Relationship Id="rId33" Type="http://schemas.openxmlformats.org/officeDocument/2006/relationships/slide" Target="slides/slide26.xml"/><Relationship Id="rId77" Type="http://schemas.openxmlformats.org/officeDocument/2006/relationships/font" Target="fonts/LatoLight-boldItalic.fntdata"/><Relationship Id="rId32" Type="http://schemas.openxmlformats.org/officeDocument/2006/relationships/slide" Target="slides/slide25.xml"/><Relationship Id="rId76" Type="http://schemas.openxmlformats.org/officeDocument/2006/relationships/font" Target="fonts/LatoLight-italic.fntdata"/><Relationship Id="rId35" Type="http://schemas.openxmlformats.org/officeDocument/2006/relationships/slide" Target="slides/slide28.xml"/><Relationship Id="rId79" Type="http://schemas.openxmlformats.org/officeDocument/2006/relationships/font" Target="fonts/ProximaNovaSemibold-bold.fntdata"/><Relationship Id="rId34" Type="http://schemas.openxmlformats.org/officeDocument/2006/relationships/slide" Target="slides/slide27.xml"/><Relationship Id="rId78" Type="http://schemas.openxmlformats.org/officeDocument/2006/relationships/font" Target="fonts/ProximaNovaSemibold-regular.fntdata"/><Relationship Id="rId71" Type="http://schemas.openxmlformats.org/officeDocument/2006/relationships/font" Target="fonts/Montserrat-bold.fntdata"/><Relationship Id="rId70" Type="http://schemas.openxmlformats.org/officeDocument/2006/relationships/font" Target="fonts/Montserrat-regular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RobotoMedium-italic.fntdata"/><Relationship Id="rId61" Type="http://schemas.openxmlformats.org/officeDocument/2006/relationships/font" Target="fonts/RobotoMedium-bold.fntdata"/><Relationship Id="rId20" Type="http://schemas.openxmlformats.org/officeDocument/2006/relationships/slide" Target="slides/slide13.xml"/><Relationship Id="rId64" Type="http://schemas.openxmlformats.org/officeDocument/2006/relationships/font" Target="fonts/AmaticSC-regular.fntdata"/><Relationship Id="rId63" Type="http://schemas.openxmlformats.org/officeDocument/2006/relationships/font" Target="fonts/RobotoMedium-boldItalic.fntdata"/><Relationship Id="rId22" Type="http://schemas.openxmlformats.org/officeDocument/2006/relationships/slide" Target="slides/slide15.xml"/><Relationship Id="rId66" Type="http://schemas.openxmlformats.org/officeDocument/2006/relationships/font" Target="fonts/Lato-regular.fntdata"/><Relationship Id="rId21" Type="http://schemas.openxmlformats.org/officeDocument/2006/relationships/slide" Target="slides/slide14.xml"/><Relationship Id="rId65" Type="http://schemas.openxmlformats.org/officeDocument/2006/relationships/font" Target="fonts/AmaticSC-bold.fntdata"/><Relationship Id="rId24" Type="http://schemas.openxmlformats.org/officeDocument/2006/relationships/slide" Target="slides/slide17.xml"/><Relationship Id="rId68" Type="http://schemas.openxmlformats.org/officeDocument/2006/relationships/font" Target="fonts/Lato-italic.fntdata"/><Relationship Id="rId23" Type="http://schemas.openxmlformats.org/officeDocument/2006/relationships/slide" Target="slides/slide16.xml"/><Relationship Id="rId67" Type="http://schemas.openxmlformats.org/officeDocument/2006/relationships/font" Target="fonts/Lato-bold.fntdata"/><Relationship Id="rId60" Type="http://schemas.openxmlformats.org/officeDocument/2006/relationships/font" Target="fonts/RobotoMedium-regular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Lato-bold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font" Target="fonts/ProximaNova-bold.fntdata"/><Relationship Id="rId52" Type="http://schemas.openxmlformats.org/officeDocument/2006/relationships/font" Target="fonts/ProximaNova-regular.fntdata"/><Relationship Id="rId11" Type="http://schemas.openxmlformats.org/officeDocument/2006/relationships/slide" Target="slides/slide4.xml"/><Relationship Id="rId55" Type="http://schemas.openxmlformats.org/officeDocument/2006/relationships/font" Target="fonts/ProximaNova-boldItalic.fntdata"/><Relationship Id="rId10" Type="http://schemas.openxmlformats.org/officeDocument/2006/relationships/slide" Target="slides/slide3.xml"/><Relationship Id="rId54" Type="http://schemas.openxmlformats.org/officeDocument/2006/relationships/font" Target="fonts/ProximaNova-italic.fntdata"/><Relationship Id="rId13" Type="http://schemas.openxmlformats.org/officeDocument/2006/relationships/slide" Target="slides/slide6.xml"/><Relationship Id="rId57" Type="http://schemas.openxmlformats.org/officeDocument/2006/relationships/font" Target="fonts/Roboto-bold.fntdata"/><Relationship Id="rId12" Type="http://schemas.openxmlformats.org/officeDocument/2006/relationships/slide" Target="slides/slide5.xml"/><Relationship Id="rId56" Type="http://schemas.openxmlformats.org/officeDocument/2006/relationships/font" Target="fonts/Roboto-regular.fntdata"/><Relationship Id="rId15" Type="http://schemas.openxmlformats.org/officeDocument/2006/relationships/slide" Target="slides/slide8.xml"/><Relationship Id="rId59" Type="http://schemas.openxmlformats.org/officeDocument/2006/relationships/font" Target="fonts/Roboto-boldItalic.fntdata"/><Relationship Id="rId14" Type="http://schemas.openxmlformats.org/officeDocument/2006/relationships/slide" Target="slides/slide7.xml"/><Relationship Id="rId58" Type="http://schemas.openxmlformats.org/officeDocument/2006/relationships/font" Target="fonts/Roboto-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" name="Google Shape;169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g7396d819ad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" name="Google Shape;175;g7396d819ad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g71bc108518_1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" name="Google Shape;181;g71bc108518_1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g71bc108518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" name="Google Shape;191;g71bc108518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750efe2385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750efe2385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g8408da3428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" name="Google Shape;218;g8408da3428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7396d819ad_0_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7396d819ad_0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7396d819ad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7396d819ad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g7396d819ad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" name="Google Shape;264;g7396d819ad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8413fc2c08_0_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8413fc2c08_0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g7396d819ad_0_1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1" name="Google Shape;291;g7396d819ad_0_1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g7396d819ad_0_1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7" name="Google Shape;297;g7396d819ad_0_1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g71bc108518_1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" name="Google Shape;394;g71bc108518_1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73a1d100d2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73a1d100d2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g71bc108518_1_1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" name="Google Shape;465;g71bc108518_1_1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4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Google Shape;495;g73a1d100d2_0_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6" name="Google Shape;496;g73a1d100d2_0_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g7fb76a47b2_0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" name="Google Shape;575;g7fb76a47b2_0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3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g7fb76a47b2_0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5" name="Google Shape;605;g7fb76a47b2_0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g8408da3428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" name="Google Shape;618;g8408da3428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g8408da3428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" name="Google Shape;625;g8408da3428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g71bec4bdd0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" name="Google Shape;647;g71bec4bdd0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6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Google Shape;667;g73bcc0fa84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8" name="Google Shape;668;g73bcc0fa84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9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g73bcc0fa84_0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1" name="Google Shape;691;g73bcc0fa84_0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4" name="Shape 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Google Shape;715;g73bcc0fa84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6" name="Google Shape;716;g73bcc0fa84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g8413fc2c08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0" name="Google Shape;730;g8413fc2c08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71c316f372_0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71c316f372_0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1" name="Shape 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" name="Google Shape;762;g73b3bc3a9a_1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3" name="Google Shape;763;g73b3bc3a9a_1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g73b3bc3a9a_1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9" name="Google Shape;769;g73b3bc3a9a_1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g73b3bc3a9a_1_104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" name="Google Shape;775;g73b3bc3a9a_1_104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73b3bc3a9a_1_10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73b3bc3a9a_1_10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6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g73b3bc3a9a_1_104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" name="Google Shape;798;g73b3bc3a9a_1_104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3" name="Shape 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" name="Google Shape;1134;g73b3bc3a9a_1_10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5" name="Google Shape;1135;g73b3bc3a9a_1_10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33" name="Shape 7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4" name="Google Shape;7634;g73b3bc3a9a_1_172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35" name="Google Shape;7635;g73b3bc3a9a_1_172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60" name="Shape 8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1" name="Google Shape;8061;g73b3bc3a9a_1_176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62" name="Google Shape;8062;g73b3bc3a9a_1_176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23" name="Shape 8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4" name="Google Shape;8224;g73b3bc3a9a_1_178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5" name="Google Shape;8225;g73b3bc3a9a_1_178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25" name="Shape 8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6" name="Google Shape;8626;g73b3bc3a9a_1_182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7" name="Google Shape;8627;g73b3bc3a9a_1_182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96" name="Shape 8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7" name="Google Shape;8997;g73b3bc3a9a_1_18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98" name="Google Shape;8998;g73b3bc3a9a_1_18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98" name="Shape 9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9" name="Google Shape;9299;g73b3bc3a9a_1_189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0" name="Google Shape;9300;g73b3bc3a9a_1_189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90" name="Shape 9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1" name="Google Shape;9591;g73b3bc3a9a_1_192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92" name="Google Shape;9592;g73b3bc3a9a_1_192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49" name="Shape 9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0" name="Google Shape;9950;g73b3bc3a9a_1_195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51" name="Google Shape;9951;g73b3bc3a9a_1_195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66" name="Shape 10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7" name="Google Shape;10367;g73b3bc3a9a_1_199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68" name="Google Shape;10368;g73b3bc3a9a_1_199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05" name="Shape 10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6" name="Google Shape;10706;g73b3bc3a9a_1_20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07" name="Google Shape;10707;g73b3bc3a9a_1_20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93" name="Shape 10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4" name="Google Shape;10894;g73b3bc3a9a_1_205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95" name="Google Shape;10895;g73b3bc3a9a_1_205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36" name="Shape 1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7" name="Google Shape;11137;g73b3bc3a9a_1_20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38" name="Google Shape;11138;g73b3bc3a9a_1_20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2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jp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jp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5.jp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1429300" y="539500"/>
            <a:ext cx="6610800" cy="4064400"/>
          </a:xfrm>
          <a:prstGeom prst="roundRect">
            <a:avLst>
              <a:gd fmla="val 14364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 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713225" y="1114775"/>
            <a:ext cx="4018800" cy="212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6000"/>
              <a:buFont typeface="Lato"/>
              <a:buNone/>
              <a:defRPr sz="6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200"/>
              <a:buFont typeface="Lato"/>
              <a:buNone/>
              <a:defRPr sz="52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713225" y="3581600"/>
            <a:ext cx="4018800" cy="48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Lato Light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Lato"/>
              <a:buNone/>
              <a:defRPr sz="2800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/>
          <p:nvPr>
            <p:ph type="title"/>
          </p:nvPr>
        </p:nvSpPr>
        <p:spPr>
          <a:xfrm>
            <a:off x="2479322" y="2299650"/>
            <a:ext cx="6055200" cy="89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" name="Google Shape;16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7" name="Google Shape;17;p3"/>
          <p:cNvSpPr txBox="1"/>
          <p:nvPr>
            <p:ph hasCustomPrompt="1" idx="2" type="title"/>
          </p:nvPr>
        </p:nvSpPr>
        <p:spPr>
          <a:xfrm>
            <a:off x="3326900" y="708058"/>
            <a:ext cx="2441100" cy="136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>
            <a:off x="713225" y="3656250"/>
            <a:ext cx="5431200" cy="57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4"/>
          <p:cNvSpPr/>
          <p:nvPr/>
        </p:nvSpPr>
        <p:spPr>
          <a:xfrm>
            <a:off x="-1810200" y="561375"/>
            <a:ext cx="6610800" cy="4064400"/>
          </a:xfrm>
          <a:prstGeom prst="roundRect">
            <a:avLst>
              <a:gd fmla="val 14364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 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1" name="Google Shape;21;p4"/>
          <p:cNvSpPr txBox="1"/>
          <p:nvPr>
            <p:ph type="title"/>
          </p:nvPr>
        </p:nvSpPr>
        <p:spPr>
          <a:xfrm>
            <a:off x="311700" y="2401875"/>
            <a:ext cx="4020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2" name="Google Shape;22;p4"/>
          <p:cNvSpPr txBox="1"/>
          <p:nvPr>
            <p:ph idx="1" type="body"/>
          </p:nvPr>
        </p:nvSpPr>
        <p:spPr>
          <a:xfrm>
            <a:off x="311700" y="2930175"/>
            <a:ext cx="4020300" cy="130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 sz="1400"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○"/>
              <a:defRPr>
                <a:solidFill>
                  <a:schemeClr val="accent3"/>
                </a:solidFill>
              </a:defRPr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■"/>
              <a:defRPr>
                <a:solidFill>
                  <a:schemeClr val="accent3"/>
                </a:solidFill>
              </a:defRPr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>
                <a:solidFill>
                  <a:schemeClr val="accent3"/>
                </a:solidFill>
              </a:defRPr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○"/>
              <a:defRPr>
                <a:solidFill>
                  <a:schemeClr val="accent3"/>
                </a:solidFill>
              </a:defRPr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■"/>
              <a:defRPr>
                <a:solidFill>
                  <a:schemeClr val="accent3"/>
                </a:solidFill>
              </a:defRPr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>
                <a:solidFill>
                  <a:schemeClr val="accent3"/>
                </a:solidFill>
              </a:defRPr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○"/>
              <a:defRPr>
                <a:solidFill>
                  <a:schemeClr val="accent3"/>
                </a:solidFill>
              </a:defRPr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1400"/>
              <a:buChar char="■"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3" name="Google Shape;23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" name="Google Shape;26;p5"/>
          <p:cNvSpPr txBox="1"/>
          <p:nvPr>
            <p:ph idx="1" type="body"/>
          </p:nvPr>
        </p:nvSpPr>
        <p:spPr>
          <a:xfrm>
            <a:off x="2846500" y="2935325"/>
            <a:ext cx="1911000" cy="113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7" name="Google Shape;27;p5"/>
          <p:cNvSpPr txBox="1"/>
          <p:nvPr>
            <p:ph idx="2" type="body"/>
          </p:nvPr>
        </p:nvSpPr>
        <p:spPr>
          <a:xfrm>
            <a:off x="5603972" y="2935325"/>
            <a:ext cx="1912500" cy="113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" name="Google Shape;28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9" name="Google Shape;29;p5"/>
          <p:cNvSpPr txBox="1"/>
          <p:nvPr>
            <p:ph idx="3" type="subTitle"/>
          </p:nvPr>
        </p:nvSpPr>
        <p:spPr>
          <a:xfrm>
            <a:off x="2846500" y="2509025"/>
            <a:ext cx="1912500" cy="48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2pPr>
            <a:lvl3pPr lvl="2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3pPr>
            <a:lvl4pPr lvl="3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4pPr>
            <a:lvl5pPr lvl="4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5pPr>
            <a:lvl6pPr lvl="5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6pPr>
            <a:lvl7pPr lvl="6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7pPr>
            <a:lvl8pPr lvl="7" algn="ctr">
              <a:spcBef>
                <a:spcPts val="1600"/>
              </a:spcBef>
              <a:spcAft>
                <a:spcPts val="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8pPr>
            <a:lvl9pPr lvl="8" algn="ctr">
              <a:spcBef>
                <a:spcPts val="1600"/>
              </a:spcBef>
              <a:spcAft>
                <a:spcPts val="1600"/>
              </a:spcAft>
              <a:buNone/>
              <a:defRPr b="1"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  <p:sp>
        <p:nvSpPr>
          <p:cNvPr id="30" name="Google Shape;30;p5"/>
          <p:cNvSpPr txBox="1"/>
          <p:nvPr>
            <p:ph idx="4" type="subTitle"/>
          </p:nvPr>
        </p:nvSpPr>
        <p:spPr>
          <a:xfrm>
            <a:off x="5603975" y="2509025"/>
            <a:ext cx="1912500" cy="48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3" name="Google Shape;33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7"/>
          <p:cNvSpPr txBox="1"/>
          <p:nvPr>
            <p:ph type="title"/>
          </p:nvPr>
        </p:nvSpPr>
        <p:spPr>
          <a:xfrm>
            <a:off x="713225" y="539500"/>
            <a:ext cx="7717500" cy="5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6" name="Google Shape;36;p7"/>
          <p:cNvSpPr txBox="1"/>
          <p:nvPr>
            <p:ph idx="1" type="body"/>
          </p:nvPr>
        </p:nvSpPr>
        <p:spPr>
          <a:xfrm>
            <a:off x="713225" y="1436225"/>
            <a:ext cx="7717500" cy="31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Font typeface="Livvic"/>
              <a:buChar char="●"/>
              <a:defRPr sz="12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Font typeface="Roboto Condensed Light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Font typeface="Roboto Condensed Light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Font typeface="Roboto Condensed Light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Font typeface="Roboto Condensed Light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Font typeface="Roboto Condensed Light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Font typeface="Roboto Condensed Light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Font typeface="Roboto Condensed Light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37" name="Google Shape;37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8"/>
          <p:cNvSpPr txBox="1"/>
          <p:nvPr>
            <p:ph type="title"/>
          </p:nvPr>
        </p:nvSpPr>
        <p:spPr>
          <a:xfrm>
            <a:off x="713225" y="1455450"/>
            <a:ext cx="4876500" cy="223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40" name="Google Shape;40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4" name="Google Shape;44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5" name="Google Shape;45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6" name="Google Shape;46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0"/>
          <p:cNvSpPr txBox="1"/>
          <p:nvPr>
            <p:ph idx="1" type="body"/>
          </p:nvPr>
        </p:nvSpPr>
        <p:spPr>
          <a:xfrm>
            <a:off x="713225" y="2899175"/>
            <a:ext cx="50220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</a:lstStyle>
          <a:p/>
        </p:txBody>
      </p:sp>
      <p:sp>
        <p:nvSpPr>
          <p:cNvPr id="49" name="Google Shape;49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0" name="Google Shape;50;p10"/>
          <p:cNvSpPr txBox="1"/>
          <p:nvPr>
            <p:ph idx="2" type="subTitle"/>
          </p:nvPr>
        </p:nvSpPr>
        <p:spPr>
          <a:xfrm>
            <a:off x="713225" y="1791625"/>
            <a:ext cx="5022000" cy="11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1"/>
          <p:cNvSpPr txBox="1"/>
          <p:nvPr>
            <p:ph hasCustomPrompt="1" type="title"/>
          </p:nvPr>
        </p:nvSpPr>
        <p:spPr>
          <a:xfrm>
            <a:off x="311700" y="1988100"/>
            <a:ext cx="8520600" cy="108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3" name="Google Shape;53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4" name="Google Shape;54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CUSTOM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59" name="Google Shape;59;p13"/>
          <p:cNvSpPr txBox="1"/>
          <p:nvPr>
            <p:ph hasCustomPrompt="1" idx="2" type="title"/>
          </p:nvPr>
        </p:nvSpPr>
        <p:spPr>
          <a:xfrm>
            <a:off x="4054775" y="118690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" name="Google Shape;60;p13"/>
          <p:cNvSpPr txBox="1"/>
          <p:nvPr>
            <p:ph idx="3" type="title"/>
          </p:nvPr>
        </p:nvSpPr>
        <p:spPr>
          <a:xfrm>
            <a:off x="5253278" y="118690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1" name="Google Shape;61;p13"/>
          <p:cNvSpPr txBox="1"/>
          <p:nvPr>
            <p:ph idx="1" type="subTitle"/>
          </p:nvPr>
        </p:nvSpPr>
        <p:spPr>
          <a:xfrm>
            <a:off x="5253278" y="155259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62" name="Google Shape;62;p13"/>
          <p:cNvSpPr txBox="1"/>
          <p:nvPr>
            <p:ph hasCustomPrompt="1" idx="4" type="title"/>
          </p:nvPr>
        </p:nvSpPr>
        <p:spPr>
          <a:xfrm>
            <a:off x="4054775" y="20597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" name="Google Shape;63;p13"/>
          <p:cNvSpPr txBox="1"/>
          <p:nvPr>
            <p:ph idx="5" type="title"/>
          </p:nvPr>
        </p:nvSpPr>
        <p:spPr>
          <a:xfrm>
            <a:off x="5253278" y="2059753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4" name="Google Shape;64;p13"/>
          <p:cNvSpPr txBox="1"/>
          <p:nvPr>
            <p:ph idx="6" type="subTitle"/>
          </p:nvPr>
        </p:nvSpPr>
        <p:spPr>
          <a:xfrm>
            <a:off x="5253278" y="2425443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65" name="Google Shape;65;p13"/>
          <p:cNvSpPr txBox="1"/>
          <p:nvPr>
            <p:ph hasCustomPrompt="1" idx="7" type="title"/>
          </p:nvPr>
        </p:nvSpPr>
        <p:spPr>
          <a:xfrm>
            <a:off x="4054775" y="293260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6" name="Google Shape;66;p13"/>
          <p:cNvSpPr txBox="1"/>
          <p:nvPr>
            <p:ph idx="8" type="title"/>
          </p:nvPr>
        </p:nvSpPr>
        <p:spPr>
          <a:xfrm>
            <a:off x="5253278" y="2932607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7" name="Google Shape;67;p13"/>
          <p:cNvSpPr txBox="1"/>
          <p:nvPr>
            <p:ph idx="9" type="subTitle"/>
          </p:nvPr>
        </p:nvSpPr>
        <p:spPr>
          <a:xfrm>
            <a:off x="5253278" y="3298297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68" name="Google Shape;68;p13"/>
          <p:cNvSpPr txBox="1"/>
          <p:nvPr>
            <p:ph hasCustomPrompt="1" idx="13" type="title"/>
          </p:nvPr>
        </p:nvSpPr>
        <p:spPr>
          <a:xfrm>
            <a:off x="4054775" y="38054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" name="Google Shape;69;p13"/>
          <p:cNvSpPr txBox="1"/>
          <p:nvPr>
            <p:ph idx="14" type="title"/>
          </p:nvPr>
        </p:nvSpPr>
        <p:spPr>
          <a:xfrm>
            <a:off x="5250325" y="380546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0" name="Google Shape;70;p13"/>
          <p:cNvSpPr txBox="1"/>
          <p:nvPr>
            <p:ph idx="15" type="subTitle"/>
          </p:nvPr>
        </p:nvSpPr>
        <p:spPr>
          <a:xfrm>
            <a:off x="5250325" y="417115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3" name="Google Shape;73;p14"/>
          <p:cNvSpPr txBox="1"/>
          <p:nvPr>
            <p:ph idx="2" type="title"/>
          </p:nvPr>
        </p:nvSpPr>
        <p:spPr>
          <a:xfrm>
            <a:off x="837425" y="2784498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4" name="Google Shape;74;p14"/>
          <p:cNvSpPr txBox="1"/>
          <p:nvPr>
            <p:ph idx="1" type="subTitle"/>
          </p:nvPr>
        </p:nvSpPr>
        <p:spPr>
          <a:xfrm>
            <a:off x="837425" y="3097574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75" name="Google Shape;75;p14"/>
          <p:cNvSpPr txBox="1"/>
          <p:nvPr>
            <p:ph idx="3" type="title"/>
          </p:nvPr>
        </p:nvSpPr>
        <p:spPr>
          <a:xfrm>
            <a:off x="3528830" y="2784496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6" name="Google Shape;76;p14"/>
          <p:cNvSpPr txBox="1"/>
          <p:nvPr>
            <p:ph idx="4" type="subTitle"/>
          </p:nvPr>
        </p:nvSpPr>
        <p:spPr>
          <a:xfrm>
            <a:off x="3528827" y="3097571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77" name="Google Shape;77;p14"/>
          <p:cNvSpPr txBox="1"/>
          <p:nvPr>
            <p:ph idx="5" type="title"/>
          </p:nvPr>
        </p:nvSpPr>
        <p:spPr>
          <a:xfrm>
            <a:off x="6220233" y="2784475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8" name="Google Shape;78;p14"/>
          <p:cNvSpPr txBox="1"/>
          <p:nvPr>
            <p:ph idx="6" type="subTitle"/>
          </p:nvPr>
        </p:nvSpPr>
        <p:spPr>
          <a:xfrm>
            <a:off x="6220227" y="3097537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1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1" name="Google Shape;81;p15"/>
          <p:cNvSpPr txBox="1"/>
          <p:nvPr>
            <p:ph idx="2" type="title"/>
          </p:nvPr>
        </p:nvSpPr>
        <p:spPr>
          <a:xfrm>
            <a:off x="695487" y="2849950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82" name="Google Shape;82;p15"/>
          <p:cNvSpPr txBox="1"/>
          <p:nvPr>
            <p:ph idx="1" type="subTitle"/>
          </p:nvPr>
        </p:nvSpPr>
        <p:spPr>
          <a:xfrm>
            <a:off x="695487" y="3215644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3" name="Google Shape;83;p15"/>
          <p:cNvSpPr txBox="1"/>
          <p:nvPr>
            <p:ph idx="3" type="title"/>
          </p:nvPr>
        </p:nvSpPr>
        <p:spPr>
          <a:xfrm>
            <a:off x="3561712" y="2849950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84" name="Google Shape;84;p15"/>
          <p:cNvSpPr txBox="1"/>
          <p:nvPr>
            <p:ph idx="4" type="subTitle"/>
          </p:nvPr>
        </p:nvSpPr>
        <p:spPr>
          <a:xfrm>
            <a:off x="3561712" y="3215644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5" name="Google Shape;85;p15"/>
          <p:cNvSpPr txBox="1"/>
          <p:nvPr>
            <p:ph idx="5" type="title"/>
          </p:nvPr>
        </p:nvSpPr>
        <p:spPr>
          <a:xfrm>
            <a:off x="6469612" y="2849950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86" name="Google Shape;86;p15"/>
          <p:cNvSpPr txBox="1"/>
          <p:nvPr>
            <p:ph idx="6" type="subTitle"/>
          </p:nvPr>
        </p:nvSpPr>
        <p:spPr>
          <a:xfrm>
            <a:off x="6469612" y="3215644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CUSTOM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1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9" name="Google Shape;89;p16"/>
          <p:cNvSpPr txBox="1"/>
          <p:nvPr>
            <p:ph idx="2" type="title"/>
          </p:nvPr>
        </p:nvSpPr>
        <p:spPr>
          <a:xfrm>
            <a:off x="1243399" y="3443425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90" name="Google Shape;90;p16"/>
          <p:cNvSpPr txBox="1"/>
          <p:nvPr>
            <p:ph idx="1" type="subTitle"/>
          </p:nvPr>
        </p:nvSpPr>
        <p:spPr>
          <a:xfrm>
            <a:off x="1243399" y="3809119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9pPr>
          </a:lstStyle>
          <a:p/>
        </p:txBody>
      </p:sp>
      <p:sp>
        <p:nvSpPr>
          <p:cNvPr id="91" name="Google Shape;91;p16"/>
          <p:cNvSpPr txBox="1"/>
          <p:nvPr>
            <p:ph idx="3" type="title"/>
          </p:nvPr>
        </p:nvSpPr>
        <p:spPr>
          <a:xfrm>
            <a:off x="3579462" y="3443425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92" name="Google Shape;92;p16"/>
          <p:cNvSpPr txBox="1"/>
          <p:nvPr>
            <p:ph idx="4" type="subTitle"/>
          </p:nvPr>
        </p:nvSpPr>
        <p:spPr>
          <a:xfrm>
            <a:off x="3579462" y="3809119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3" name="Google Shape;93;p16"/>
          <p:cNvSpPr txBox="1"/>
          <p:nvPr>
            <p:ph idx="5" type="title"/>
          </p:nvPr>
        </p:nvSpPr>
        <p:spPr>
          <a:xfrm>
            <a:off x="5915512" y="3443425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94" name="Google Shape;94;p16"/>
          <p:cNvSpPr txBox="1"/>
          <p:nvPr>
            <p:ph idx="6" type="subTitle"/>
          </p:nvPr>
        </p:nvSpPr>
        <p:spPr>
          <a:xfrm>
            <a:off x="5915512" y="3809119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text collumns">
  <p:cSld name="CUSTOM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7" name="Google Shape;97;p17"/>
          <p:cNvSpPr txBox="1"/>
          <p:nvPr>
            <p:ph idx="2" type="title"/>
          </p:nvPr>
        </p:nvSpPr>
        <p:spPr>
          <a:xfrm>
            <a:off x="2033463" y="198471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8" name="Google Shape;98;p17"/>
          <p:cNvSpPr txBox="1"/>
          <p:nvPr>
            <p:ph idx="1" type="subTitle"/>
          </p:nvPr>
        </p:nvSpPr>
        <p:spPr>
          <a:xfrm>
            <a:off x="2033463" y="23504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9" name="Google Shape;99;p17"/>
          <p:cNvSpPr txBox="1"/>
          <p:nvPr>
            <p:ph idx="3" type="title"/>
          </p:nvPr>
        </p:nvSpPr>
        <p:spPr>
          <a:xfrm>
            <a:off x="4264263" y="198471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0" name="Google Shape;100;p17"/>
          <p:cNvSpPr txBox="1"/>
          <p:nvPr>
            <p:ph idx="4" type="subTitle"/>
          </p:nvPr>
        </p:nvSpPr>
        <p:spPr>
          <a:xfrm>
            <a:off x="4264263" y="23504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1" name="Google Shape;101;p17"/>
          <p:cNvSpPr txBox="1"/>
          <p:nvPr>
            <p:ph idx="5" type="title"/>
          </p:nvPr>
        </p:nvSpPr>
        <p:spPr>
          <a:xfrm>
            <a:off x="6495063" y="198471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2" name="Google Shape;102;p17"/>
          <p:cNvSpPr txBox="1"/>
          <p:nvPr>
            <p:ph idx="6" type="subTitle"/>
          </p:nvPr>
        </p:nvSpPr>
        <p:spPr>
          <a:xfrm>
            <a:off x="6495063" y="23504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3" name="Google Shape;103;p17"/>
          <p:cNvSpPr txBox="1"/>
          <p:nvPr>
            <p:ph idx="7" type="title"/>
          </p:nvPr>
        </p:nvSpPr>
        <p:spPr>
          <a:xfrm>
            <a:off x="2033475" y="3739518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4" name="Google Shape;104;p17"/>
          <p:cNvSpPr txBox="1"/>
          <p:nvPr>
            <p:ph idx="8" type="subTitle"/>
          </p:nvPr>
        </p:nvSpPr>
        <p:spPr>
          <a:xfrm>
            <a:off x="2033475" y="41052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5" name="Google Shape;105;p17"/>
          <p:cNvSpPr txBox="1"/>
          <p:nvPr>
            <p:ph idx="9" type="title"/>
          </p:nvPr>
        </p:nvSpPr>
        <p:spPr>
          <a:xfrm>
            <a:off x="4264275" y="3739518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6" name="Google Shape;106;p17"/>
          <p:cNvSpPr txBox="1"/>
          <p:nvPr>
            <p:ph idx="13" type="subTitle"/>
          </p:nvPr>
        </p:nvSpPr>
        <p:spPr>
          <a:xfrm>
            <a:off x="4264275" y="41052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7" name="Google Shape;107;p17"/>
          <p:cNvSpPr txBox="1"/>
          <p:nvPr>
            <p:ph idx="14" type="title"/>
          </p:nvPr>
        </p:nvSpPr>
        <p:spPr>
          <a:xfrm>
            <a:off x="6495075" y="3739518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8" name="Google Shape;108;p17"/>
          <p:cNvSpPr txBox="1"/>
          <p:nvPr>
            <p:ph idx="15" type="subTitle"/>
          </p:nvPr>
        </p:nvSpPr>
        <p:spPr>
          <a:xfrm>
            <a:off x="6495075" y="41052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text collumns">
  <p:cSld name="CUSTOM_4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8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11" name="Google Shape;111;p18"/>
          <p:cNvSpPr txBox="1"/>
          <p:nvPr>
            <p:ph idx="2" type="title"/>
          </p:nvPr>
        </p:nvSpPr>
        <p:spPr>
          <a:xfrm>
            <a:off x="2356875" y="1804525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2" name="Google Shape;112;p18"/>
          <p:cNvSpPr txBox="1"/>
          <p:nvPr>
            <p:ph idx="1" type="subTitle"/>
          </p:nvPr>
        </p:nvSpPr>
        <p:spPr>
          <a:xfrm>
            <a:off x="2356875" y="2170223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13" name="Google Shape;113;p18"/>
          <p:cNvSpPr txBox="1"/>
          <p:nvPr>
            <p:ph idx="3" type="title"/>
          </p:nvPr>
        </p:nvSpPr>
        <p:spPr>
          <a:xfrm>
            <a:off x="5600075" y="1804525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4" name="Google Shape;114;p18"/>
          <p:cNvSpPr txBox="1"/>
          <p:nvPr>
            <p:ph idx="4" type="subTitle"/>
          </p:nvPr>
        </p:nvSpPr>
        <p:spPr>
          <a:xfrm>
            <a:off x="5600075" y="2170224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15" name="Google Shape;115;p18"/>
          <p:cNvSpPr txBox="1"/>
          <p:nvPr>
            <p:ph idx="5" type="title"/>
          </p:nvPr>
        </p:nvSpPr>
        <p:spPr>
          <a:xfrm>
            <a:off x="2356875" y="3594188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6" name="Google Shape;116;p18"/>
          <p:cNvSpPr txBox="1"/>
          <p:nvPr>
            <p:ph idx="6" type="subTitle"/>
          </p:nvPr>
        </p:nvSpPr>
        <p:spPr>
          <a:xfrm>
            <a:off x="2356875" y="3959887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17" name="Google Shape;117;p18"/>
          <p:cNvSpPr txBox="1"/>
          <p:nvPr>
            <p:ph idx="7" type="title"/>
          </p:nvPr>
        </p:nvSpPr>
        <p:spPr>
          <a:xfrm>
            <a:off x="5598665" y="3594188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8" name="Google Shape;118;p18"/>
          <p:cNvSpPr txBox="1"/>
          <p:nvPr>
            <p:ph idx="8" type="subTitle"/>
          </p:nvPr>
        </p:nvSpPr>
        <p:spPr>
          <a:xfrm>
            <a:off x="5598665" y="3959887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text collumns 2">
  <p:cSld name="CUSTOM_4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21" name="Google Shape;121;p19"/>
          <p:cNvSpPr txBox="1"/>
          <p:nvPr>
            <p:ph idx="2" type="title"/>
          </p:nvPr>
        </p:nvSpPr>
        <p:spPr>
          <a:xfrm>
            <a:off x="904775" y="2656688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22" name="Google Shape;122;p19"/>
          <p:cNvSpPr txBox="1"/>
          <p:nvPr>
            <p:ph idx="1" type="subTitle"/>
          </p:nvPr>
        </p:nvSpPr>
        <p:spPr>
          <a:xfrm>
            <a:off x="904775" y="3022379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23" name="Google Shape;123;p19"/>
          <p:cNvSpPr txBox="1"/>
          <p:nvPr>
            <p:ph idx="3" type="title"/>
          </p:nvPr>
        </p:nvSpPr>
        <p:spPr>
          <a:xfrm>
            <a:off x="2814575" y="2656688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24" name="Google Shape;124;p19"/>
          <p:cNvSpPr txBox="1"/>
          <p:nvPr>
            <p:ph idx="4" type="subTitle"/>
          </p:nvPr>
        </p:nvSpPr>
        <p:spPr>
          <a:xfrm>
            <a:off x="2814575" y="3022379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25" name="Google Shape;125;p19"/>
          <p:cNvSpPr txBox="1"/>
          <p:nvPr>
            <p:ph idx="5" type="title"/>
          </p:nvPr>
        </p:nvSpPr>
        <p:spPr>
          <a:xfrm>
            <a:off x="4724375" y="2656709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26" name="Google Shape;126;p19"/>
          <p:cNvSpPr txBox="1"/>
          <p:nvPr>
            <p:ph idx="6" type="subTitle"/>
          </p:nvPr>
        </p:nvSpPr>
        <p:spPr>
          <a:xfrm>
            <a:off x="4724375" y="3022400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27" name="Google Shape;127;p19"/>
          <p:cNvSpPr txBox="1"/>
          <p:nvPr>
            <p:ph idx="7" type="title"/>
          </p:nvPr>
        </p:nvSpPr>
        <p:spPr>
          <a:xfrm>
            <a:off x="6634175" y="2656734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28" name="Google Shape;128;p19"/>
          <p:cNvSpPr txBox="1"/>
          <p:nvPr>
            <p:ph idx="8" type="subTitle"/>
          </p:nvPr>
        </p:nvSpPr>
        <p:spPr>
          <a:xfrm>
            <a:off x="6634175" y="3022425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20"/>
          <p:cNvSpPr/>
          <p:nvPr/>
        </p:nvSpPr>
        <p:spPr>
          <a:xfrm rot="5400000">
            <a:off x="1513500" y="1565950"/>
            <a:ext cx="6117000" cy="4064100"/>
          </a:xfrm>
          <a:prstGeom prst="roundRect">
            <a:avLst>
              <a:gd fmla="val 13483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20"/>
          <p:cNvSpPr txBox="1"/>
          <p:nvPr>
            <p:ph type="title"/>
          </p:nvPr>
        </p:nvSpPr>
        <p:spPr>
          <a:xfrm>
            <a:off x="2549400" y="416100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200"/>
              <a:buNone/>
              <a:defRPr sz="42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32" name="Google Shape;132;p20"/>
          <p:cNvSpPr txBox="1"/>
          <p:nvPr>
            <p:ph idx="1" type="subTitle"/>
          </p:nvPr>
        </p:nvSpPr>
        <p:spPr>
          <a:xfrm>
            <a:off x="2549400" y="1634100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100"/>
              <a:buNone/>
              <a:defRPr sz="21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33" name="Google Shape;133;p20"/>
          <p:cNvSpPr txBox="1"/>
          <p:nvPr/>
        </p:nvSpPr>
        <p:spPr>
          <a:xfrm>
            <a:off x="2549400" y="3632600"/>
            <a:ext cx="4045200" cy="66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rPr>
              <a:t>CREDITS:</a:t>
            </a:r>
            <a:r>
              <a:rPr lang="en" sz="1200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rPr>
              <a:t> This presentation template was created by </a:t>
            </a:r>
            <a:r>
              <a:rPr b="1" lang="en" sz="1200">
                <a:solidFill>
                  <a:schemeClr val="accent3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b="1" lang="en" sz="1200">
                <a:solidFill>
                  <a:schemeClr val="accent3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rPr>
              <a:t>, and infographics &amp; images by </a:t>
            </a:r>
            <a:r>
              <a:rPr b="1" lang="en" sz="1200">
                <a:solidFill>
                  <a:schemeClr val="accent3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rPr>
              <a:t>. </a:t>
            </a:r>
            <a:endParaRPr sz="1200">
              <a:solidFill>
                <a:schemeClr val="accent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meline">
  <p:cSld name="CUSTOM_6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2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36" name="Google Shape;136;p21"/>
          <p:cNvSpPr txBox="1"/>
          <p:nvPr>
            <p:ph hasCustomPrompt="1" idx="2" type="title"/>
          </p:nvPr>
        </p:nvSpPr>
        <p:spPr>
          <a:xfrm>
            <a:off x="13654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7" name="Google Shape;137;p21"/>
          <p:cNvSpPr txBox="1"/>
          <p:nvPr>
            <p:ph hasCustomPrompt="1" idx="3" type="title"/>
          </p:nvPr>
        </p:nvSpPr>
        <p:spPr>
          <a:xfrm>
            <a:off x="3811650" y="3140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8" name="Google Shape;138;p21"/>
          <p:cNvSpPr txBox="1"/>
          <p:nvPr>
            <p:ph hasCustomPrompt="1" idx="4" type="title"/>
          </p:nvPr>
        </p:nvSpPr>
        <p:spPr>
          <a:xfrm>
            <a:off x="62578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9" name="Google Shape;139;p21"/>
          <p:cNvSpPr txBox="1"/>
          <p:nvPr>
            <p:ph idx="5" type="title"/>
          </p:nvPr>
        </p:nvSpPr>
        <p:spPr>
          <a:xfrm>
            <a:off x="958200" y="2852504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40" name="Google Shape;140;p21"/>
          <p:cNvSpPr txBox="1"/>
          <p:nvPr>
            <p:ph idx="1" type="subTitle"/>
          </p:nvPr>
        </p:nvSpPr>
        <p:spPr>
          <a:xfrm>
            <a:off x="958200" y="3227078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41" name="Google Shape;141;p21"/>
          <p:cNvSpPr txBox="1"/>
          <p:nvPr>
            <p:ph idx="6" type="title"/>
          </p:nvPr>
        </p:nvSpPr>
        <p:spPr>
          <a:xfrm>
            <a:off x="3404397" y="1783950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42" name="Google Shape;142;p21"/>
          <p:cNvSpPr txBox="1"/>
          <p:nvPr>
            <p:ph idx="7" type="subTitle"/>
          </p:nvPr>
        </p:nvSpPr>
        <p:spPr>
          <a:xfrm>
            <a:off x="3404397" y="2158524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43" name="Google Shape;143;p21"/>
          <p:cNvSpPr txBox="1"/>
          <p:nvPr>
            <p:ph idx="8" type="title"/>
          </p:nvPr>
        </p:nvSpPr>
        <p:spPr>
          <a:xfrm>
            <a:off x="5850609" y="2852506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44" name="Google Shape;144;p21"/>
          <p:cNvSpPr txBox="1"/>
          <p:nvPr>
            <p:ph idx="9" type="subTitle"/>
          </p:nvPr>
        </p:nvSpPr>
        <p:spPr>
          <a:xfrm>
            <a:off x="5850609" y="3227080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meline 2">
  <p:cSld name="CUSTOM_6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47" name="Google Shape;147;p22"/>
          <p:cNvSpPr txBox="1"/>
          <p:nvPr>
            <p:ph hasCustomPrompt="1" idx="2" type="title"/>
          </p:nvPr>
        </p:nvSpPr>
        <p:spPr>
          <a:xfrm>
            <a:off x="13654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8" name="Google Shape;148;p22"/>
          <p:cNvSpPr txBox="1"/>
          <p:nvPr>
            <p:ph hasCustomPrompt="1" idx="3" type="title"/>
          </p:nvPr>
        </p:nvSpPr>
        <p:spPr>
          <a:xfrm>
            <a:off x="3811650" y="3140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9" name="Google Shape;149;p22"/>
          <p:cNvSpPr txBox="1"/>
          <p:nvPr>
            <p:ph hasCustomPrompt="1" idx="4" type="title"/>
          </p:nvPr>
        </p:nvSpPr>
        <p:spPr>
          <a:xfrm>
            <a:off x="62578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0" name="Google Shape;150;p22"/>
          <p:cNvSpPr txBox="1"/>
          <p:nvPr>
            <p:ph idx="5" type="title"/>
          </p:nvPr>
        </p:nvSpPr>
        <p:spPr>
          <a:xfrm>
            <a:off x="958200" y="2861382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51" name="Google Shape;151;p22"/>
          <p:cNvSpPr txBox="1"/>
          <p:nvPr>
            <p:ph idx="1" type="subTitle"/>
          </p:nvPr>
        </p:nvSpPr>
        <p:spPr>
          <a:xfrm>
            <a:off x="958200" y="3227078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52" name="Google Shape;152;p22"/>
          <p:cNvSpPr txBox="1"/>
          <p:nvPr>
            <p:ph idx="6" type="title"/>
          </p:nvPr>
        </p:nvSpPr>
        <p:spPr>
          <a:xfrm>
            <a:off x="3404397" y="1792828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53" name="Google Shape;153;p22"/>
          <p:cNvSpPr txBox="1"/>
          <p:nvPr>
            <p:ph idx="7" type="subTitle"/>
          </p:nvPr>
        </p:nvSpPr>
        <p:spPr>
          <a:xfrm>
            <a:off x="3404397" y="2167401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54" name="Google Shape;154;p22"/>
          <p:cNvSpPr txBox="1"/>
          <p:nvPr>
            <p:ph idx="8" type="title"/>
          </p:nvPr>
        </p:nvSpPr>
        <p:spPr>
          <a:xfrm>
            <a:off x="5850609" y="2861384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55" name="Google Shape;155;p22"/>
          <p:cNvSpPr txBox="1"/>
          <p:nvPr>
            <p:ph idx="9" type="subTitle"/>
          </p:nvPr>
        </p:nvSpPr>
        <p:spPr>
          <a:xfrm>
            <a:off x="5850609" y="3227080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7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7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2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8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162" name="Google Shape;162;p25"/>
          <p:cNvSpPr txBox="1"/>
          <p:nvPr>
            <p:ph idx="1" type="subTitle"/>
          </p:nvPr>
        </p:nvSpPr>
        <p:spPr>
          <a:xfrm>
            <a:off x="6123350" y="1112200"/>
            <a:ext cx="2307600" cy="105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algn="r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algn="r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algn="r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algn="r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algn="r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algn="r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algn="r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algn="r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b="1"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Lato"/>
              <a:buNone/>
              <a:defRPr sz="2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Lato Light"/>
              <a:buChar char="●"/>
              <a:defRPr sz="18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○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■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●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○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■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●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Lato Light"/>
              <a:buChar char="○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1400"/>
              <a:buFont typeface="Lato Light"/>
              <a:buChar char="■"/>
              <a:defRPr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65" name="Google Shape;165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9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7.xml"/><Relationship Id="rId7" Type="http://schemas.openxmlformats.org/officeDocument/2006/relationships/slide" Target="/ppt/slides/slide26.xml"/><Relationship Id="rId8" Type="http://schemas.openxmlformats.org/officeDocument/2006/relationships/slide" Target="/ppt/slides/slide28.xml"/><Relationship Id="rId11" Type="http://schemas.openxmlformats.org/officeDocument/2006/relationships/slide" Target="/ppt/slides/slide30.xml"/><Relationship Id="rId10" Type="http://schemas.openxmlformats.org/officeDocument/2006/relationships/slide" Target="/ppt/slides/slide29.xml"/><Relationship Id="rId13" Type="http://schemas.openxmlformats.org/officeDocument/2006/relationships/slide" Target="/ppt/slides/slide31.xml"/><Relationship Id="rId12" Type="http://schemas.openxmlformats.org/officeDocument/2006/relationships/slide" Target="/ppt/slides/slide30.xml"/><Relationship Id="rId15" Type="http://schemas.openxmlformats.org/officeDocument/2006/relationships/slide" Target="/ppt/slides/slide37.xml"/><Relationship Id="rId14" Type="http://schemas.openxmlformats.org/officeDocument/2006/relationships/slide" Target="/ppt/slides/slide31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ZgVwEiqLKa3TDMaWUsSk_CP0YYeClYsM3Yxz168tbO8/copy" TargetMode="External"/><Relationship Id="rId4" Type="http://schemas.openxmlformats.org/officeDocument/2006/relationships/image" Target="../media/image13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ZgVwEiqLKa3TDMaWUsSk_CP0YYeClYsM3Yxz168tbO8/copy" TargetMode="External"/><Relationship Id="rId4" Type="http://schemas.openxmlformats.org/officeDocument/2006/relationships/image" Target="../media/image8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ZgVwEiqLKa3TDMaWUsSk_CP0YYeClYsM3Yxz168tbO8/copy" TargetMode="External"/><Relationship Id="rId4" Type="http://schemas.openxmlformats.org/officeDocument/2006/relationships/image" Target="../media/image18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31.png"/><Relationship Id="rId4" Type="http://schemas.openxmlformats.org/officeDocument/2006/relationships/image" Target="../media/image29.png"/><Relationship Id="rId5" Type="http://schemas.openxmlformats.org/officeDocument/2006/relationships/image" Target="../media/image30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8.jpg"/><Relationship Id="rId4" Type="http://schemas.openxmlformats.org/officeDocument/2006/relationships/image" Target="../media/image27.jpg"/><Relationship Id="rId5" Type="http://schemas.openxmlformats.org/officeDocument/2006/relationships/image" Target="../media/image24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close-up-ferromagnetic-liquid-metal-with-copy-space_5282719.htm#page=2&amp;query=ferromagnetic+metal+by+freepik&amp;position=1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green-spiky-ferromagnetic-liquid-metal-with-copy-space_5282718.htm#page=3&amp;query=ferromagnetic+metal+by+freepik&amp;position=0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ferromagnetic-metal_5282759.htm#page=3&amp;query=ferromagnetic+metal+by+freepik&amp;position=15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blue-ferromagnetic-liquid-metal-with-copy-space_5282705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close-up-ferromagnetic-liquid-metal-with-copy-space_5282672.htm#page=2&amp;query=ferromagnetic&amp;position=3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freepik.com/free-photo/close-up-ferromagnetic-metal-substance_5282754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abstract-ferromagnetic-liquid-metal-with-copy-space_5282714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pretty-young-businesswoman-leaning-desk-holding-book-looking-camera-office_4830993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ferromagnetic-liquid-metal-with-copy-space_5282684.htm#page=3&amp;query=ferromagnetic+metal+by+freepik&amp;position=9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ferromagnetic-liquid-metal-with-copy-space-white-background_5282706.htm#page=4&amp;query=ferromagnetic+metal+by+freepik&amp;position=3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black-ferromagnetic-liquid-metal-with-copy-space_5282701.htm#page=1&amp;query=ferromagnetic&amp;position=7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pretty-young-businesswoman-leaning-desk-holding-book-looking-camera-office_4830993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man-holding-laptop-looking-camera_5055459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pretty-young-businesswoman-leaning-desk-holding-book-looking-camera-office_4830993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smiling-african-american-young-lady-near-window_3724337.htm/?utm_source=slidesgo_template&amp;utm_medium=referral-link&amp;utm_campaign=sg_resources&amp;utm_content=freepik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fonts.google.com/specimen/Lato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bit.ly/2ZjL1pd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2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p28"/>
          <p:cNvSpPr txBox="1"/>
          <p:nvPr>
            <p:ph type="ctrTitle"/>
          </p:nvPr>
        </p:nvSpPr>
        <p:spPr>
          <a:xfrm>
            <a:off x="713225" y="1114775"/>
            <a:ext cx="4018800" cy="212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Abstract Tech Company</a:t>
            </a:r>
            <a:endParaRPr/>
          </a:p>
        </p:txBody>
      </p:sp>
      <p:sp>
        <p:nvSpPr>
          <p:cNvPr id="172" name="Google Shape;172;p28"/>
          <p:cNvSpPr txBox="1"/>
          <p:nvPr>
            <p:ph idx="1" type="subTitle"/>
          </p:nvPr>
        </p:nvSpPr>
        <p:spPr>
          <a:xfrm>
            <a:off x="713225" y="3581600"/>
            <a:ext cx="4018800" cy="48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is where your presentation begins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9"/>
          <p:cNvSpPr txBox="1"/>
          <p:nvPr>
            <p:ph type="title"/>
          </p:nvPr>
        </p:nvSpPr>
        <p:spPr>
          <a:xfrm>
            <a:off x="713225" y="539500"/>
            <a:ext cx="7717500" cy="5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8" name="Google Shape;178;p29"/>
          <p:cNvSpPr txBox="1"/>
          <p:nvPr>
            <p:ph idx="1" type="body"/>
          </p:nvPr>
        </p:nvSpPr>
        <p:spPr>
          <a:xfrm>
            <a:off x="713225" y="1436225"/>
            <a:ext cx="7717500" cy="31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Here’s what you’ll find in this </a:t>
            </a: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/>
              </a:rPr>
              <a:t>Slidesgo</a:t>
            </a:r>
            <a:r>
              <a:rPr lang="en"/>
              <a:t> template: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A slide structure based on a company profile presentation,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An assortment of pictures that are suitable for use in the presentation can be found in the </a:t>
            </a:r>
            <a:r>
              <a:rPr b="1" lang="en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6"/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A</a:t>
            </a:r>
            <a:r>
              <a:rPr lang="en"/>
              <a:t> </a:t>
            </a:r>
            <a:r>
              <a:rPr b="1" lang="en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7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A </a:t>
            </a:r>
            <a:r>
              <a:rPr b="1" lang="en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8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9"/>
              </a:rPr>
              <a:t>Instructions for use</a:t>
            </a:r>
            <a:r>
              <a:rPr lang="en">
                <a:uFill>
                  <a:noFill/>
                </a:uFill>
                <a:hlinkClick action="ppaction://hlinksldjump" r:id="rId10"/>
              </a:rPr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 Light"/>
              <a:buChar char="●"/>
            </a:pPr>
            <a:r>
              <a:rPr lang="en"/>
              <a:t>Final slides with: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The</a:t>
            </a:r>
            <a:r>
              <a:rPr lang="en">
                <a:uFill>
                  <a:noFill/>
                </a:uFill>
                <a:hlinkClick action="ppaction://hlinksldjump" r:id="rId11"/>
              </a:rPr>
              <a:t> </a:t>
            </a: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2"/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More</a:t>
            </a:r>
            <a:r>
              <a:rPr lang="en">
                <a:uFill>
                  <a:noFill/>
                </a:uFill>
                <a:hlinkClick action="ppaction://hlinksldjump" r:id="rId13"/>
              </a:rPr>
              <a:t> </a:t>
            </a: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4"/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Lato"/>
              <a:buChar char="●"/>
            </a:pPr>
            <a:r>
              <a:rPr lang="en"/>
              <a:t>Sets of </a:t>
            </a:r>
            <a:r>
              <a:rPr b="1" lang="en"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5"/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delete this slide when you’re done editing the presentation.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30"/>
          <p:cNvSpPr txBox="1"/>
          <p:nvPr>
            <p:ph type="title"/>
          </p:nvPr>
        </p:nvSpPr>
        <p:spPr>
          <a:xfrm>
            <a:off x="311700" y="2401875"/>
            <a:ext cx="4020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184" name="Google Shape;184;p30"/>
          <p:cNvSpPr txBox="1"/>
          <p:nvPr>
            <p:ph idx="1" type="body"/>
          </p:nvPr>
        </p:nvSpPr>
        <p:spPr>
          <a:xfrm>
            <a:off x="311700" y="2930175"/>
            <a:ext cx="4020300" cy="130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</a:t>
            </a:r>
            <a:endParaRPr/>
          </a:p>
        </p:txBody>
      </p:sp>
      <p:grpSp>
        <p:nvGrpSpPr>
          <p:cNvPr id="185" name="Google Shape;185;p30"/>
          <p:cNvGrpSpPr/>
          <p:nvPr/>
        </p:nvGrpSpPr>
        <p:grpSpPr>
          <a:xfrm>
            <a:off x="1889530" y="1015517"/>
            <a:ext cx="864623" cy="972261"/>
            <a:chOff x="2523000" y="1954875"/>
            <a:chExt cx="262325" cy="295000"/>
          </a:xfrm>
        </p:grpSpPr>
        <p:sp>
          <p:nvSpPr>
            <p:cNvPr id="186" name="Google Shape;186;p3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87" name="Google Shape;187;p3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1"/>
                </a:solidFill>
              </a:endParaRPr>
            </a:p>
          </p:txBody>
        </p:sp>
      </p:grpSp>
      <p:sp>
        <p:nvSpPr>
          <p:cNvPr id="188" name="Google Shape;188;p30"/>
          <p:cNvSpPr txBox="1"/>
          <p:nvPr/>
        </p:nvSpPr>
        <p:spPr>
          <a:xfrm>
            <a:off x="1765200" y="1987800"/>
            <a:ext cx="1113300" cy="32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YOUR LOGO</a:t>
            </a:r>
            <a:endParaRPr b="1" sz="12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1"/>
          <p:cNvSpPr/>
          <p:nvPr/>
        </p:nvSpPr>
        <p:spPr>
          <a:xfrm>
            <a:off x="3950061" y="1291250"/>
            <a:ext cx="6610800" cy="3491700"/>
          </a:xfrm>
          <a:prstGeom prst="roundRect">
            <a:avLst>
              <a:gd fmla="val 8492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  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194" name="Google Shape;194;p31"/>
          <p:cNvSpPr txBox="1"/>
          <p:nvPr>
            <p:ph idx="1" type="subTitle"/>
          </p:nvPr>
        </p:nvSpPr>
        <p:spPr>
          <a:xfrm>
            <a:off x="5059439" y="173164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</a:t>
            </a:r>
            <a:r>
              <a:rPr lang="en"/>
              <a:t>ou could describe the topic of the section here</a:t>
            </a:r>
            <a:endParaRPr/>
          </a:p>
        </p:txBody>
      </p:sp>
      <p:sp>
        <p:nvSpPr>
          <p:cNvPr id="195" name="Google Shape;195;p31"/>
          <p:cNvSpPr txBox="1"/>
          <p:nvPr>
            <p:ph idx="6" type="subTitle"/>
          </p:nvPr>
        </p:nvSpPr>
        <p:spPr>
          <a:xfrm>
            <a:off x="5059439" y="2604493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96" name="Google Shape;196;p31"/>
          <p:cNvSpPr txBox="1"/>
          <p:nvPr>
            <p:ph idx="9" type="subTitle"/>
          </p:nvPr>
        </p:nvSpPr>
        <p:spPr>
          <a:xfrm>
            <a:off x="5059439" y="3477347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97" name="Google Shape;197;p31"/>
          <p:cNvSpPr txBox="1"/>
          <p:nvPr>
            <p:ph idx="2" type="title"/>
          </p:nvPr>
        </p:nvSpPr>
        <p:spPr>
          <a:xfrm>
            <a:off x="3860936" y="1365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98" name="Google Shape;198;p3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Agenda</a:t>
            </a:r>
            <a:endParaRPr/>
          </a:p>
        </p:txBody>
      </p:sp>
      <p:sp>
        <p:nvSpPr>
          <p:cNvPr id="199" name="Google Shape;199;p31"/>
          <p:cNvSpPr txBox="1"/>
          <p:nvPr>
            <p:ph idx="3" type="title"/>
          </p:nvPr>
        </p:nvSpPr>
        <p:spPr>
          <a:xfrm>
            <a:off x="5059439" y="136595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Our Company</a:t>
            </a:r>
            <a:endParaRPr/>
          </a:p>
        </p:txBody>
      </p:sp>
      <p:sp>
        <p:nvSpPr>
          <p:cNvPr id="200" name="Google Shape;200;p31"/>
          <p:cNvSpPr txBox="1"/>
          <p:nvPr>
            <p:ph idx="4" type="title"/>
          </p:nvPr>
        </p:nvSpPr>
        <p:spPr>
          <a:xfrm>
            <a:off x="3860936" y="223880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01" name="Google Shape;201;p31"/>
          <p:cNvSpPr txBox="1"/>
          <p:nvPr>
            <p:ph idx="5" type="title"/>
          </p:nvPr>
        </p:nvSpPr>
        <p:spPr>
          <a:xfrm>
            <a:off x="5059439" y="2238803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Services/Products</a:t>
            </a:r>
            <a:endParaRPr/>
          </a:p>
        </p:txBody>
      </p:sp>
      <p:sp>
        <p:nvSpPr>
          <p:cNvPr id="202" name="Google Shape;202;p31"/>
          <p:cNvSpPr txBox="1"/>
          <p:nvPr>
            <p:ph idx="7" type="title"/>
          </p:nvPr>
        </p:nvSpPr>
        <p:spPr>
          <a:xfrm>
            <a:off x="3860936" y="31116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03" name="Google Shape;203;p31"/>
          <p:cNvSpPr txBox="1"/>
          <p:nvPr>
            <p:ph idx="8" type="title"/>
          </p:nvPr>
        </p:nvSpPr>
        <p:spPr>
          <a:xfrm>
            <a:off x="5059439" y="3111657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Clients</a:t>
            </a:r>
            <a:endParaRPr/>
          </a:p>
        </p:txBody>
      </p:sp>
      <p:sp>
        <p:nvSpPr>
          <p:cNvPr id="204" name="Google Shape;204;p31"/>
          <p:cNvSpPr txBox="1"/>
          <p:nvPr>
            <p:ph idx="13" type="title"/>
          </p:nvPr>
        </p:nvSpPr>
        <p:spPr>
          <a:xfrm>
            <a:off x="3860936" y="398450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205" name="Google Shape;205;p31"/>
          <p:cNvSpPr txBox="1"/>
          <p:nvPr>
            <p:ph idx="14" type="title"/>
          </p:nvPr>
        </p:nvSpPr>
        <p:spPr>
          <a:xfrm>
            <a:off x="5056486" y="398451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Expected Projection</a:t>
            </a:r>
            <a:endParaRPr/>
          </a:p>
        </p:txBody>
      </p:sp>
      <p:sp>
        <p:nvSpPr>
          <p:cNvPr id="206" name="Google Shape;206;p31"/>
          <p:cNvSpPr txBox="1"/>
          <p:nvPr>
            <p:ph idx="15" type="subTitle"/>
          </p:nvPr>
        </p:nvSpPr>
        <p:spPr>
          <a:xfrm>
            <a:off x="5056486" y="4350200"/>
            <a:ext cx="3366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32"/>
          <p:cNvSpPr/>
          <p:nvPr/>
        </p:nvSpPr>
        <p:spPr>
          <a:xfrm>
            <a:off x="-409100" y="3592950"/>
            <a:ext cx="6610800" cy="706200"/>
          </a:xfrm>
          <a:prstGeom prst="roundRect">
            <a:avLst>
              <a:gd fmla="val 8492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  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12" name="Google Shape;212;p32"/>
          <p:cNvSpPr/>
          <p:nvPr/>
        </p:nvSpPr>
        <p:spPr>
          <a:xfrm>
            <a:off x="2406550" y="2218875"/>
            <a:ext cx="7565400" cy="1054200"/>
          </a:xfrm>
          <a:prstGeom prst="roundRect">
            <a:avLst>
              <a:gd fmla="val 8492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  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13" name="Google Shape;213;p32"/>
          <p:cNvSpPr txBox="1"/>
          <p:nvPr>
            <p:ph type="title"/>
          </p:nvPr>
        </p:nvSpPr>
        <p:spPr>
          <a:xfrm>
            <a:off x="2479322" y="2299650"/>
            <a:ext cx="6055200" cy="89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Our Company</a:t>
            </a:r>
            <a:endParaRPr/>
          </a:p>
        </p:txBody>
      </p:sp>
      <p:sp>
        <p:nvSpPr>
          <p:cNvPr id="214" name="Google Shape;214;p32"/>
          <p:cNvSpPr txBox="1"/>
          <p:nvPr>
            <p:ph idx="2" type="title"/>
          </p:nvPr>
        </p:nvSpPr>
        <p:spPr>
          <a:xfrm>
            <a:off x="3326900" y="708058"/>
            <a:ext cx="2441100" cy="136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15" name="Google Shape;215;p32"/>
          <p:cNvSpPr txBox="1"/>
          <p:nvPr>
            <p:ph idx="1" type="subTitle"/>
          </p:nvPr>
        </p:nvSpPr>
        <p:spPr>
          <a:xfrm>
            <a:off x="713225" y="3656250"/>
            <a:ext cx="5431200" cy="57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3"/>
          <p:cNvSpPr txBox="1"/>
          <p:nvPr>
            <p:ph type="title"/>
          </p:nvPr>
        </p:nvSpPr>
        <p:spPr>
          <a:xfrm>
            <a:off x="713225" y="539500"/>
            <a:ext cx="7717500" cy="5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Here!</a:t>
            </a:r>
            <a:endParaRPr/>
          </a:p>
        </p:txBody>
      </p:sp>
      <p:sp>
        <p:nvSpPr>
          <p:cNvPr id="221" name="Google Shape;221;p33"/>
          <p:cNvSpPr txBox="1"/>
          <p:nvPr>
            <p:ph idx="1" type="body"/>
          </p:nvPr>
        </p:nvSpPr>
        <p:spPr>
          <a:xfrm>
            <a:off x="713225" y="1436225"/>
            <a:ext cx="7717500" cy="31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know what helps you make your point clear? 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● They’re simple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● You can organize your ideas clearly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●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34"/>
          <p:cNvSpPr/>
          <p:nvPr/>
        </p:nvSpPr>
        <p:spPr>
          <a:xfrm>
            <a:off x="-315225" y="2719875"/>
            <a:ext cx="8752200" cy="10689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3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Philosophy</a:t>
            </a:r>
            <a:endParaRPr/>
          </a:p>
        </p:txBody>
      </p:sp>
      <p:sp>
        <p:nvSpPr>
          <p:cNvPr id="228" name="Google Shape;228;p34"/>
          <p:cNvSpPr txBox="1"/>
          <p:nvPr>
            <p:ph idx="2" type="title"/>
          </p:nvPr>
        </p:nvSpPr>
        <p:spPr>
          <a:xfrm>
            <a:off x="837425" y="2784498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Mission</a:t>
            </a:r>
            <a:endParaRPr/>
          </a:p>
        </p:txBody>
      </p:sp>
      <p:sp>
        <p:nvSpPr>
          <p:cNvPr id="229" name="Google Shape;229;p34"/>
          <p:cNvSpPr txBox="1"/>
          <p:nvPr>
            <p:ph idx="1" type="subTitle"/>
          </p:nvPr>
        </p:nvSpPr>
        <p:spPr>
          <a:xfrm>
            <a:off x="837425" y="3097574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230" name="Google Shape;230;p34"/>
          <p:cNvSpPr txBox="1"/>
          <p:nvPr>
            <p:ph idx="3" type="title"/>
          </p:nvPr>
        </p:nvSpPr>
        <p:spPr>
          <a:xfrm>
            <a:off x="3528830" y="2784496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Vision</a:t>
            </a:r>
            <a:endParaRPr/>
          </a:p>
        </p:txBody>
      </p:sp>
      <p:sp>
        <p:nvSpPr>
          <p:cNvPr id="231" name="Google Shape;231;p34"/>
          <p:cNvSpPr txBox="1"/>
          <p:nvPr>
            <p:ph idx="4" type="subTitle"/>
          </p:nvPr>
        </p:nvSpPr>
        <p:spPr>
          <a:xfrm>
            <a:off x="3528827" y="3097571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</a:t>
            </a:r>
            <a:endParaRPr/>
          </a:p>
        </p:txBody>
      </p:sp>
      <p:sp>
        <p:nvSpPr>
          <p:cNvPr id="232" name="Google Shape;232;p34"/>
          <p:cNvSpPr txBox="1"/>
          <p:nvPr>
            <p:ph idx="5" type="title"/>
          </p:nvPr>
        </p:nvSpPr>
        <p:spPr>
          <a:xfrm>
            <a:off x="6220233" y="2784475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Values</a:t>
            </a:r>
            <a:endParaRPr/>
          </a:p>
        </p:txBody>
      </p:sp>
      <p:sp>
        <p:nvSpPr>
          <p:cNvPr id="233" name="Google Shape;233;p34"/>
          <p:cNvSpPr txBox="1"/>
          <p:nvPr>
            <p:ph idx="6" type="subTitle"/>
          </p:nvPr>
        </p:nvSpPr>
        <p:spPr>
          <a:xfrm>
            <a:off x="6220227" y="3097537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</a:t>
            </a:r>
            <a:endParaRPr/>
          </a:p>
        </p:txBody>
      </p:sp>
      <p:sp>
        <p:nvSpPr>
          <p:cNvPr id="234" name="Google Shape;234;p34"/>
          <p:cNvSpPr/>
          <p:nvPr/>
        </p:nvSpPr>
        <p:spPr>
          <a:xfrm>
            <a:off x="1700043" y="2148848"/>
            <a:ext cx="365757" cy="365763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235" name="Google Shape;235;p34"/>
          <p:cNvSpPr/>
          <p:nvPr/>
        </p:nvSpPr>
        <p:spPr>
          <a:xfrm>
            <a:off x="7082869" y="2191839"/>
            <a:ext cx="365774" cy="279789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236" name="Google Shape;236;p34"/>
          <p:cNvGrpSpPr/>
          <p:nvPr/>
        </p:nvGrpSpPr>
        <p:grpSpPr>
          <a:xfrm>
            <a:off x="4391448" y="2148854"/>
            <a:ext cx="365774" cy="365774"/>
            <a:chOff x="892750" y="4993750"/>
            <a:chExt cx="483125" cy="483125"/>
          </a:xfrm>
        </p:grpSpPr>
        <p:sp>
          <p:nvSpPr>
            <p:cNvPr id="237" name="Google Shape;237;p3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38" name="Google Shape;238;p3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39" name="Google Shape;239;p3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35"/>
          <p:cNvGrpSpPr/>
          <p:nvPr/>
        </p:nvGrpSpPr>
        <p:grpSpPr>
          <a:xfrm>
            <a:off x="-57600" y="1715238"/>
            <a:ext cx="9259200" cy="2209136"/>
            <a:chOff x="-57600" y="1715238"/>
            <a:chExt cx="9259200" cy="2209136"/>
          </a:xfrm>
        </p:grpSpPr>
        <p:sp>
          <p:nvSpPr>
            <p:cNvPr id="245" name="Google Shape;245;p35"/>
            <p:cNvSpPr/>
            <p:nvPr/>
          </p:nvSpPr>
          <p:spPr>
            <a:xfrm rot="10800000">
              <a:off x="6540450" y="1715238"/>
              <a:ext cx="868694" cy="104003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5"/>
            <p:cNvSpPr/>
            <p:nvPr/>
          </p:nvSpPr>
          <p:spPr>
            <a:xfrm>
              <a:off x="4099725" y="2884336"/>
              <a:ext cx="868694" cy="104003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5"/>
            <p:cNvSpPr/>
            <p:nvPr/>
          </p:nvSpPr>
          <p:spPr>
            <a:xfrm rot="10800000">
              <a:off x="1650131" y="1715238"/>
              <a:ext cx="868694" cy="104003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48" name="Google Shape;248;p35"/>
            <p:cNvCxnSpPr/>
            <p:nvPr/>
          </p:nvCxnSpPr>
          <p:spPr>
            <a:xfrm>
              <a:off x="2512800" y="2209050"/>
              <a:ext cx="1589100" cy="13125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49" name="Google Shape;249;p35"/>
            <p:cNvCxnSpPr/>
            <p:nvPr/>
          </p:nvCxnSpPr>
          <p:spPr>
            <a:xfrm>
              <a:off x="7405200" y="2209050"/>
              <a:ext cx="1796400" cy="1344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0" name="Google Shape;250;p35"/>
            <p:cNvCxnSpPr/>
            <p:nvPr/>
          </p:nvCxnSpPr>
          <p:spPr>
            <a:xfrm flipH="1">
              <a:off x="4959000" y="2209050"/>
              <a:ext cx="1589100" cy="13125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1" name="Google Shape;251;p35"/>
            <p:cNvCxnSpPr/>
            <p:nvPr/>
          </p:nvCxnSpPr>
          <p:spPr>
            <a:xfrm flipH="1">
              <a:off x="-57600" y="2209050"/>
              <a:ext cx="1702800" cy="1308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52" name="Google Shape;252;p3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History</a:t>
            </a:r>
            <a:endParaRPr/>
          </a:p>
        </p:txBody>
      </p:sp>
      <p:sp>
        <p:nvSpPr>
          <p:cNvPr id="253" name="Google Shape;253;p35"/>
          <p:cNvSpPr txBox="1"/>
          <p:nvPr>
            <p:ph idx="2" type="title"/>
          </p:nvPr>
        </p:nvSpPr>
        <p:spPr>
          <a:xfrm>
            <a:off x="13654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 sz="4800"/>
          </a:p>
        </p:txBody>
      </p:sp>
      <p:sp>
        <p:nvSpPr>
          <p:cNvPr id="254" name="Google Shape;254;p35"/>
          <p:cNvSpPr txBox="1"/>
          <p:nvPr>
            <p:ph idx="3" type="title"/>
          </p:nvPr>
        </p:nvSpPr>
        <p:spPr>
          <a:xfrm>
            <a:off x="3811650" y="3140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 sz="4800"/>
          </a:p>
        </p:txBody>
      </p:sp>
      <p:sp>
        <p:nvSpPr>
          <p:cNvPr id="255" name="Google Shape;255;p35"/>
          <p:cNvSpPr txBox="1"/>
          <p:nvPr>
            <p:ph idx="4" type="title"/>
          </p:nvPr>
        </p:nvSpPr>
        <p:spPr>
          <a:xfrm>
            <a:off x="62578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 sz="4800"/>
          </a:p>
        </p:txBody>
      </p:sp>
      <p:sp>
        <p:nvSpPr>
          <p:cNvPr id="256" name="Google Shape;256;p35"/>
          <p:cNvSpPr txBox="1"/>
          <p:nvPr>
            <p:ph idx="5" type="title"/>
          </p:nvPr>
        </p:nvSpPr>
        <p:spPr>
          <a:xfrm>
            <a:off x="958200" y="2852504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2005</a:t>
            </a:r>
            <a:endParaRPr/>
          </a:p>
        </p:txBody>
      </p:sp>
      <p:sp>
        <p:nvSpPr>
          <p:cNvPr id="257" name="Google Shape;257;p35"/>
          <p:cNvSpPr txBox="1"/>
          <p:nvPr>
            <p:ph idx="1" type="subTitle"/>
          </p:nvPr>
        </p:nvSpPr>
        <p:spPr>
          <a:xfrm>
            <a:off x="958200" y="3227078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258" name="Google Shape;258;p35"/>
          <p:cNvSpPr txBox="1"/>
          <p:nvPr>
            <p:ph idx="6" type="title"/>
          </p:nvPr>
        </p:nvSpPr>
        <p:spPr>
          <a:xfrm>
            <a:off x="3404397" y="1783950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2008</a:t>
            </a:r>
            <a:endParaRPr/>
          </a:p>
        </p:txBody>
      </p:sp>
      <p:sp>
        <p:nvSpPr>
          <p:cNvPr id="259" name="Google Shape;259;p35"/>
          <p:cNvSpPr txBox="1"/>
          <p:nvPr>
            <p:ph idx="7" type="subTitle"/>
          </p:nvPr>
        </p:nvSpPr>
        <p:spPr>
          <a:xfrm>
            <a:off x="3404397" y="2158524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beautiful name, but it’s terribly hot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35"/>
          <p:cNvSpPr txBox="1"/>
          <p:nvPr>
            <p:ph idx="8" type="title"/>
          </p:nvPr>
        </p:nvSpPr>
        <p:spPr>
          <a:xfrm>
            <a:off x="5850609" y="2852506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2010</a:t>
            </a:r>
            <a:endParaRPr/>
          </a:p>
        </p:txBody>
      </p:sp>
      <p:sp>
        <p:nvSpPr>
          <p:cNvPr id="261" name="Google Shape;261;p35"/>
          <p:cNvSpPr txBox="1"/>
          <p:nvPr>
            <p:ph idx="9" type="subTitle"/>
          </p:nvPr>
        </p:nvSpPr>
        <p:spPr>
          <a:xfrm>
            <a:off x="5850609" y="3227080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" name="Google Shape;266;p36"/>
          <p:cNvGrpSpPr/>
          <p:nvPr/>
        </p:nvGrpSpPr>
        <p:grpSpPr>
          <a:xfrm>
            <a:off x="-57600" y="1715238"/>
            <a:ext cx="9259200" cy="2209136"/>
            <a:chOff x="-57600" y="1715238"/>
            <a:chExt cx="9259200" cy="2209136"/>
          </a:xfrm>
        </p:grpSpPr>
        <p:sp>
          <p:nvSpPr>
            <p:cNvPr id="267" name="Google Shape;267;p36"/>
            <p:cNvSpPr/>
            <p:nvPr/>
          </p:nvSpPr>
          <p:spPr>
            <a:xfrm rot="10800000">
              <a:off x="6540450" y="1715238"/>
              <a:ext cx="868694" cy="104003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6"/>
            <p:cNvSpPr/>
            <p:nvPr/>
          </p:nvSpPr>
          <p:spPr>
            <a:xfrm>
              <a:off x="4099725" y="2884336"/>
              <a:ext cx="868694" cy="104003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6"/>
            <p:cNvSpPr/>
            <p:nvPr/>
          </p:nvSpPr>
          <p:spPr>
            <a:xfrm rot="10800000">
              <a:off x="1650131" y="1715238"/>
              <a:ext cx="868694" cy="104003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70" name="Google Shape;270;p36"/>
            <p:cNvCxnSpPr/>
            <p:nvPr/>
          </p:nvCxnSpPr>
          <p:spPr>
            <a:xfrm>
              <a:off x="2512800" y="2209050"/>
              <a:ext cx="1589100" cy="13125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1" name="Google Shape;271;p36"/>
            <p:cNvCxnSpPr/>
            <p:nvPr/>
          </p:nvCxnSpPr>
          <p:spPr>
            <a:xfrm>
              <a:off x="7405200" y="2209050"/>
              <a:ext cx="1796400" cy="1344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2" name="Google Shape;272;p36"/>
            <p:cNvCxnSpPr/>
            <p:nvPr/>
          </p:nvCxnSpPr>
          <p:spPr>
            <a:xfrm flipH="1">
              <a:off x="4959000" y="2209050"/>
              <a:ext cx="1589100" cy="13125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3" name="Google Shape;273;p36"/>
            <p:cNvCxnSpPr/>
            <p:nvPr/>
          </p:nvCxnSpPr>
          <p:spPr>
            <a:xfrm flipH="1">
              <a:off x="-57600" y="2209050"/>
              <a:ext cx="1702800" cy="1308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74" name="Google Shape;274;p3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History</a:t>
            </a:r>
            <a:endParaRPr/>
          </a:p>
        </p:txBody>
      </p:sp>
      <p:sp>
        <p:nvSpPr>
          <p:cNvPr id="275" name="Google Shape;275;p36"/>
          <p:cNvSpPr txBox="1"/>
          <p:nvPr>
            <p:ph idx="2" type="title"/>
          </p:nvPr>
        </p:nvSpPr>
        <p:spPr>
          <a:xfrm>
            <a:off x="13654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276" name="Google Shape;276;p36"/>
          <p:cNvSpPr txBox="1"/>
          <p:nvPr>
            <p:ph idx="3" type="title"/>
          </p:nvPr>
        </p:nvSpPr>
        <p:spPr>
          <a:xfrm>
            <a:off x="3811650" y="3140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277" name="Google Shape;277;p36"/>
          <p:cNvSpPr txBox="1"/>
          <p:nvPr>
            <p:ph idx="4" type="title"/>
          </p:nvPr>
        </p:nvSpPr>
        <p:spPr>
          <a:xfrm>
            <a:off x="6257850" y="17839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!</a:t>
            </a:r>
            <a:endParaRPr/>
          </a:p>
        </p:txBody>
      </p:sp>
      <p:sp>
        <p:nvSpPr>
          <p:cNvPr id="278" name="Google Shape;278;p36"/>
          <p:cNvSpPr txBox="1"/>
          <p:nvPr>
            <p:ph idx="5" type="title"/>
          </p:nvPr>
        </p:nvSpPr>
        <p:spPr>
          <a:xfrm>
            <a:off x="958200" y="2861382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2012</a:t>
            </a:r>
            <a:endParaRPr/>
          </a:p>
        </p:txBody>
      </p:sp>
      <p:sp>
        <p:nvSpPr>
          <p:cNvPr id="279" name="Google Shape;279;p36"/>
          <p:cNvSpPr txBox="1"/>
          <p:nvPr>
            <p:ph idx="1" type="subTitle"/>
          </p:nvPr>
        </p:nvSpPr>
        <p:spPr>
          <a:xfrm>
            <a:off x="958200" y="3227078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36"/>
          <p:cNvSpPr txBox="1"/>
          <p:nvPr>
            <p:ph idx="6" type="title"/>
          </p:nvPr>
        </p:nvSpPr>
        <p:spPr>
          <a:xfrm>
            <a:off x="3404397" y="1792828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2018</a:t>
            </a:r>
            <a:endParaRPr/>
          </a:p>
        </p:txBody>
      </p:sp>
      <p:sp>
        <p:nvSpPr>
          <p:cNvPr id="281" name="Google Shape;281;p36"/>
          <p:cNvSpPr txBox="1"/>
          <p:nvPr>
            <p:ph idx="7" type="subTitle"/>
          </p:nvPr>
        </p:nvSpPr>
        <p:spPr>
          <a:xfrm>
            <a:off x="3404397" y="2167401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36"/>
          <p:cNvSpPr txBox="1"/>
          <p:nvPr>
            <p:ph idx="8" type="title"/>
          </p:nvPr>
        </p:nvSpPr>
        <p:spPr>
          <a:xfrm>
            <a:off x="5850609" y="2861384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2020</a:t>
            </a:r>
            <a:endParaRPr/>
          </a:p>
        </p:txBody>
      </p:sp>
      <p:sp>
        <p:nvSpPr>
          <p:cNvPr id="283" name="Google Shape;283;p36"/>
          <p:cNvSpPr txBox="1"/>
          <p:nvPr>
            <p:ph idx="9" type="subTitle"/>
          </p:nvPr>
        </p:nvSpPr>
        <p:spPr>
          <a:xfrm>
            <a:off x="5850609" y="3227080"/>
            <a:ext cx="22416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still going strong!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7"/>
          <p:cNvSpPr txBox="1"/>
          <p:nvPr>
            <p:ph type="title"/>
          </p:nvPr>
        </p:nvSpPr>
        <p:spPr>
          <a:xfrm>
            <a:off x="713225" y="1455450"/>
            <a:ext cx="4876500" cy="223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p38"/>
          <p:cNvSpPr txBox="1"/>
          <p:nvPr>
            <p:ph idx="1" type="body"/>
          </p:nvPr>
        </p:nvSpPr>
        <p:spPr>
          <a:xfrm>
            <a:off x="713225" y="2899175"/>
            <a:ext cx="50220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294" name="Google Shape;294;p38"/>
          <p:cNvSpPr txBox="1"/>
          <p:nvPr>
            <p:ph idx="2" type="subTitle"/>
          </p:nvPr>
        </p:nvSpPr>
        <p:spPr>
          <a:xfrm>
            <a:off x="713225" y="1791625"/>
            <a:ext cx="5022000" cy="11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3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Locations</a:t>
            </a:r>
            <a:endParaRPr/>
          </a:p>
        </p:txBody>
      </p:sp>
      <p:sp>
        <p:nvSpPr>
          <p:cNvPr id="300" name="Google Shape;300;p39"/>
          <p:cNvSpPr txBox="1"/>
          <p:nvPr/>
        </p:nvSpPr>
        <p:spPr>
          <a:xfrm>
            <a:off x="1891650" y="4339480"/>
            <a:ext cx="5360700" cy="42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Find out where all our offices around the world are located</a:t>
            </a:r>
            <a:endParaRPr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grpSp>
        <p:nvGrpSpPr>
          <p:cNvPr id="301" name="Google Shape;301;p39"/>
          <p:cNvGrpSpPr/>
          <p:nvPr/>
        </p:nvGrpSpPr>
        <p:grpSpPr>
          <a:xfrm>
            <a:off x="1594572" y="1124899"/>
            <a:ext cx="5954649" cy="3203438"/>
            <a:chOff x="233350" y="949250"/>
            <a:chExt cx="7137300" cy="3802300"/>
          </a:xfrm>
        </p:grpSpPr>
        <p:sp>
          <p:nvSpPr>
            <p:cNvPr id="302" name="Google Shape;302;p3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" name="Google Shape;353;p39"/>
          <p:cNvGrpSpPr/>
          <p:nvPr/>
        </p:nvGrpSpPr>
        <p:grpSpPr>
          <a:xfrm>
            <a:off x="2183099" y="1518173"/>
            <a:ext cx="548651" cy="643627"/>
            <a:chOff x="868049" y="3664498"/>
            <a:chExt cx="548651" cy="643627"/>
          </a:xfrm>
        </p:grpSpPr>
        <p:sp>
          <p:nvSpPr>
            <p:cNvPr id="354" name="Google Shape;354;p39"/>
            <p:cNvSpPr/>
            <p:nvPr/>
          </p:nvSpPr>
          <p:spPr>
            <a:xfrm rot="10800000">
              <a:off x="868049" y="3664498"/>
              <a:ext cx="548651" cy="64362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" name="Google Shape;355;p39"/>
            <p:cNvGrpSpPr/>
            <p:nvPr/>
          </p:nvGrpSpPr>
          <p:grpSpPr>
            <a:xfrm>
              <a:off x="959680" y="3754404"/>
              <a:ext cx="365373" cy="368987"/>
              <a:chOff x="-59100700" y="1911950"/>
              <a:chExt cx="315875" cy="319000"/>
            </a:xfrm>
          </p:grpSpPr>
          <p:sp>
            <p:nvSpPr>
              <p:cNvPr id="356" name="Google Shape;356;p39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39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39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39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39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39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9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39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39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39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6" name="Google Shape;366;p39"/>
          <p:cNvGrpSpPr/>
          <p:nvPr/>
        </p:nvGrpSpPr>
        <p:grpSpPr>
          <a:xfrm>
            <a:off x="6060099" y="1886098"/>
            <a:ext cx="548651" cy="643627"/>
            <a:chOff x="868049" y="3664498"/>
            <a:chExt cx="548651" cy="643627"/>
          </a:xfrm>
        </p:grpSpPr>
        <p:sp>
          <p:nvSpPr>
            <p:cNvPr id="367" name="Google Shape;367;p39"/>
            <p:cNvSpPr/>
            <p:nvPr/>
          </p:nvSpPr>
          <p:spPr>
            <a:xfrm rot="10800000">
              <a:off x="868049" y="3664498"/>
              <a:ext cx="548651" cy="64362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" name="Google Shape;368;p39"/>
            <p:cNvGrpSpPr/>
            <p:nvPr/>
          </p:nvGrpSpPr>
          <p:grpSpPr>
            <a:xfrm>
              <a:off x="959680" y="3754404"/>
              <a:ext cx="365373" cy="368987"/>
              <a:chOff x="-59100700" y="1911950"/>
              <a:chExt cx="315875" cy="319000"/>
            </a:xfrm>
          </p:grpSpPr>
          <p:sp>
            <p:nvSpPr>
              <p:cNvPr id="369" name="Google Shape;369;p39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39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39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39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39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39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39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39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39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39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9" name="Google Shape;379;p39"/>
          <p:cNvGrpSpPr/>
          <p:nvPr/>
        </p:nvGrpSpPr>
        <p:grpSpPr>
          <a:xfrm>
            <a:off x="3818399" y="1422773"/>
            <a:ext cx="548651" cy="643627"/>
            <a:chOff x="868049" y="3664498"/>
            <a:chExt cx="548651" cy="643627"/>
          </a:xfrm>
        </p:grpSpPr>
        <p:sp>
          <p:nvSpPr>
            <p:cNvPr id="380" name="Google Shape;380;p39"/>
            <p:cNvSpPr/>
            <p:nvPr/>
          </p:nvSpPr>
          <p:spPr>
            <a:xfrm rot="10800000">
              <a:off x="868049" y="3664498"/>
              <a:ext cx="548651" cy="643627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" name="Google Shape;381;p39"/>
            <p:cNvGrpSpPr/>
            <p:nvPr/>
          </p:nvGrpSpPr>
          <p:grpSpPr>
            <a:xfrm>
              <a:off x="959680" y="3754404"/>
              <a:ext cx="365373" cy="368987"/>
              <a:chOff x="-59100700" y="1911950"/>
              <a:chExt cx="315875" cy="319000"/>
            </a:xfrm>
          </p:grpSpPr>
          <p:sp>
            <p:nvSpPr>
              <p:cNvPr id="382" name="Google Shape;382;p39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39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39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9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9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39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39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39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39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39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40"/>
          <p:cNvSpPr/>
          <p:nvPr/>
        </p:nvSpPr>
        <p:spPr>
          <a:xfrm>
            <a:off x="2025750" y="1908525"/>
            <a:ext cx="7439700" cy="9237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40"/>
          <p:cNvSpPr/>
          <p:nvPr/>
        </p:nvSpPr>
        <p:spPr>
          <a:xfrm>
            <a:off x="-279750" y="3663314"/>
            <a:ext cx="8752200" cy="9237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40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Services</a:t>
            </a:r>
            <a:endParaRPr/>
          </a:p>
        </p:txBody>
      </p:sp>
      <p:sp>
        <p:nvSpPr>
          <p:cNvPr id="399" name="Google Shape;399;p40"/>
          <p:cNvSpPr txBox="1"/>
          <p:nvPr>
            <p:ph idx="2" type="title"/>
          </p:nvPr>
        </p:nvSpPr>
        <p:spPr>
          <a:xfrm>
            <a:off x="2033463" y="190851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00" name="Google Shape;400;p40"/>
          <p:cNvSpPr txBox="1"/>
          <p:nvPr>
            <p:ph idx="1" type="subTitle"/>
          </p:nvPr>
        </p:nvSpPr>
        <p:spPr>
          <a:xfrm>
            <a:off x="2033463" y="22742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40"/>
          <p:cNvSpPr txBox="1"/>
          <p:nvPr>
            <p:ph idx="3" type="title"/>
          </p:nvPr>
        </p:nvSpPr>
        <p:spPr>
          <a:xfrm>
            <a:off x="4264263" y="190851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02" name="Google Shape;402;p40"/>
          <p:cNvSpPr txBox="1"/>
          <p:nvPr>
            <p:ph idx="4" type="subTitle"/>
          </p:nvPr>
        </p:nvSpPr>
        <p:spPr>
          <a:xfrm>
            <a:off x="4264263" y="22742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it’s terribly hot</a:t>
            </a:r>
            <a:endParaRPr/>
          </a:p>
        </p:txBody>
      </p:sp>
      <p:sp>
        <p:nvSpPr>
          <p:cNvPr id="403" name="Google Shape;403;p40"/>
          <p:cNvSpPr txBox="1"/>
          <p:nvPr>
            <p:ph idx="5" type="title"/>
          </p:nvPr>
        </p:nvSpPr>
        <p:spPr>
          <a:xfrm>
            <a:off x="6495063" y="190851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04" name="Google Shape;404;p40"/>
          <p:cNvSpPr txBox="1"/>
          <p:nvPr>
            <p:ph idx="6" type="subTitle"/>
          </p:nvPr>
        </p:nvSpPr>
        <p:spPr>
          <a:xfrm>
            <a:off x="6495063" y="22742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40"/>
          <p:cNvSpPr txBox="1"/>
          <p:nvPr>
            <p:ph idx="7" type="title"/>
          </p:nvPr>
        </p:nvSpPr>
        <p:spPr>
          <a:xfrm>
            <a:off x="2033475" y="3663318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06" name="Google Shape;406;p40"/>
          <p:cNvSpPr txBox="1"/>
          <p:nvPr>
            <p:ph idx="8" type="subTitle"/>
          </p:nvPr>
        </p:nvSpPr>
        <p:spPr>
          <a:xfrm>
            <a:off x="2033475" y="40290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40"/>
          <p:cNvSpPr txBox="1"/>
          <p:nvPr>
            <p:ph idx="9" type="title"/>
          </p:nvPr>
        </p:nvSpPr>
        <p:spPr>
          <a:xfrm>
            <a:off x="4264275" y="3663318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08" name="Google Shape;408;p40"/>
          <p:cNvSpPr txBox="1"/>
          <p:nvPr>
            <p:ph idx="13" type="subTitle"/>
          </p:nvPr>
        </p:nvSpPr>
        <p:spPr>
          <a:xfrm>
            <a:off x="4264275" y="40290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409" name="Google Shape;409;p40"/>
          <p:cNvSpPr txBox="1"/>
          <p:nvPr>
            <p:ph idx="14" type="title"/>
          </p:nvPr>
        </p:nvSpPr>
        <p:spPr>
          <a:xfrm>
            <a:off x="6495075" y="3663318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10" name="Google Shape;410;p40"/>
          <p:cNvSpPr txBox="1"/>
          <p:nvPr>
            <p:ph idx="15" type="subTitle"/>
          </p:nvPr>
        </p:nvSpPr>
        <p:spPr>
          <a:xfrm>
            <a:off x="6495075" y="4029012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the biggest planet in the Solar System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411" name="Google Shape;411;p40"/>
          <p:cNvGrpSpPr/>
          <p:nvPr/>
        </p:nvGrpSpPr>
        <p:grpSpPr>
          <a:xfrm>
            <a:off x="5074148" y="3092440"/>
            <a:ext cx="365344" cy="367165"/>
            <a:chOff x="-62882850" y="2664925"/>
            <a:chExt cx="315850" cy="317425"/>
          </a:xfrm>
        </p:grpSpPr>
        <p:sp>
          <p:nvSpPr>
            <p:cNvPr id="412" name="Google Shape;412;p4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" name="Google Shape;414;p40"/>
          <p:cNvGrpSpPr/>
          <p:nvPr/>
        </p:nvGrpSpPr>
        <p:grpSpPr>
          <a:xfrm>
            <a:off x="2834660" y="1382183"/>
            <a:ext cx="366269" cy="366269"/>
            <a:chOff x="-61783350" y="2297100"/>
            <a:chExt cx="316650" cy="316650"/>
          </a:xfrm>
        </p:grpSpPr>
        <p:sp>
          <p:nvSpPr>
            <p:cNvPr id="415" name="Google Shape;415;p4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7" name="Google Shape;417;p40"/>
          <p:cNvSpPr/>
          <p:nvPr/>
        </p:nvSpPr>
        <p:spPr>
          <a:xfrm>
            <a:off x="2805062" y="3066341"/>
            <a:ext cx="365764" cy="362856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40"/>
          <p:cNvSpPr/>
          <p:nvPr/>
        </p:nvSpPr>
        <p:spPr>
          <a:xfrm>
            <a:off x="7279811" y="1325382"/>
            <a:ext cx="399175" cy="42306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9" name="Google Shape;419;p40"/>
          <p:cNvGrpSpPr/>
          <p:nvPr/>
        </p:nvGrpSpPr>
        <p:grpSpPr>
          <a:xfrm>
            <a:off x="5065456" y="1382183"/>
            <a:ext cx="366269" cy="366269"/>
            <a:chOff x="-65131525" y="2281350"/>
            <a:chExt cx="316650" cy="316650"/>
          </a:xfrm>
        </p:grpSpPr>
        <p:sp>
          <p:nvSpPr>
            <p:cNvPr id="420" name="Google Shape;420;p4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" name="Google Shape;422;p40"/>
          <p:cNvGrpSpPr/>
          <p:nvPr/>
        </p:nvGrpSpPr>
        <p:grpSpPr>
          <a:xfrm>
            <a:off x="7296779" y="3089693"/>
            <a:ext cx="366269" cy="369913"/>
            <a:chOff x="-64764500" y="2280550"/>
            <a:chExt cx="316650" cy="319800"/>
          </a:xfrm>
        </p:grpSpPr>
        <p:sp>
          <p:nvSpPr>
            <p:cNvPr id="423" name="Google Shape;423;p4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41"/>
          <p:cNvSpPr/>
          <p:nvPr/>
        </p:nvSpPr>
        <p:spPr>
          <a:xfrm>
            <a:off x="2016875" y="1825371"/>
            <a:ext cx="7439700" cy="9654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41"/>
          <p:cNvSpPr/>
          <p:nvPr/>
        </p:nvSpPr>
        <p:spPr>
          <a:xfrm>
            <a:off x="-304800" y="3625762"/>
            <a:ext cx="8726700" cy="9693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4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</a:t>
            </a:r>
            <a:r>
              <a:rPr lang="en"/>
              <a:t>trengths</a:t>
            </a:r>
            <a:endParaRPr/>
          </a:p>
        </p:txBody>
      </p:sp>
      <p:sp>
        <p:nvSpPr>
          <p:cNvPr id="432" name="Google Shape;432;p41"/>
          <p:cNvSpPr txBox="1"/>
          <p:nvPr>
            <p:ph idx="2" type="title"/>
          </p:nvPr>
        </p:nvSpPr>
        <p:spPr>
          <a:xfrm>
            <a:off x="2356875" y="1804525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Loyalty</a:t>
            </a:r>
            <a:endParaRPr/>
          </a:p>
        </p:txBody>
      </p:sp>
      <p:sp>
        <p:nvSpPr>
          <p:cNvPr id="433" name="Google Shape;433;p41"/>
          <p:cNvSpPr txBox="1"/>
          <p:nvPr>
            <p:ph idx="1" type="subTitle"/>
          </p:nvPr>
        </p:nvSpPr>
        <p:spPr>
          <a:xfrm>
            <a:off x="2356875" y="2170223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434" name="Google Shape;434;p41"/>
          <p:cNvSpPr txBox="1"/>
          <p:nvPr>
            <p:ph idx="3" type="title"/>
          </p:nvPr>
        </p:nvSpPr>
        <p:spPr>
          <a:xfrm>
            <a:off x="5600075" y="1804525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Efficiency</a:t>
            </a:r>
            <a:endParaRPr/>
          </a:p>
        </p:txBody>
      </p:sp>
      <p:sp>
        <p:nvSpPr>
          <p:cNvPr id="435" name="Google Shape;435;p41"/>
          <p:cNvSpPr txBox="1"/>
          <p:nvPr>
            <p:ph idx="4" type="subTitle"/>
          </p:nvPr>
        </p:nvSpPr>
        <p:spPr>
          <a:xfrm>
            <a:off x="5600075" y="2170224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36" name="Google Shape;436;p41"/>
          <p:cNvSpPr txBox="1"/>
          <p:nvPr>
            <p:ph idx="5" type="title"/>
          </p:nvPr>
        </p:nvSpPr>
        <p:spPr>
          <a:xfrm>
            <a:off x="2356875" y="3594188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Reliability</a:t>
            </a:r>
            <a:endParaRPr/>
          </a:p>
        </p:txBody>
      </p:sp>
      <p:sp>
        <p:nvSpPr>
          <p:cNvPr id="437" name="Google Shape;437;p41"/>
          <p:cNvSpPr txBox="1"/>
          <p:nvPr>
            <p:ph idx="6" type="subTitle"/>
          </p:nvPr>
        </p:nvSpPr>
        <p:spPr>
          <a:xfrm>
            <a:off x="2356875" y="3959887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38" name="Google Shape;438;p41"/>
          <p:cNvSpPr txBox="1"/>
          <p:nvPr>
            <p:ph idx="7" type="title"/>
          </p:nvPr>
        </p:nvSpPr>
        <p:spPr>
          <a:xfrm>
            <a:off x="5598665" y="3594188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Commitment</a:t>
            </a:r>
            <a:endParaRPr/>
          </a:p>
        </p:txBody>
      </p:sp>
      <p:sp>
        <p:nvSpPr>
          <p:cNvPr id="439" name="Google Shape;439;p41"/>
          <p:cNvSpPr txBox="1"/>
          <p:nvPr>
            <p:ph idx="8" type="subTitle"/>
          </p:nvPr>
        </p:nvSpPr>
        <p:spPr>
          <a:xfrm>
            <a:off x="5598665" y="3959887"/>
            <a:ext cx="2790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grpSp>
        <p:nvGrpSpPr>
          <p:cNvPr id="440" name="Google Shape;440;p41"/>
          <p:cNvGrpSpPr/>
          <p:nvPr/>
        </p:nvGrpSpPr>
        <p:grpSpPr>
          <a:xfrm>
            <a:off x="6811957" y="1304881"/>
            <a:ext cx="366269" cy="368091"/>
            <a:chOff x="-62150375" y="2664925"/>
            <a:chExt cx="316650" cy="318225"/>
          </a:xfrm>
        </p:grpSpPr>
        <p:sp>
          <p:nvSpPr>
            <p:cNvPr id="441" name="Google Shape;441;p41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1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1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1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" name="Google Shape;445;p41"/>
          <p:cNvGrpSpPr/>
          <p:nvPr/>
        </p:nvGrpSpPr>
        <p:grpSpPr>
          <a:xfrm>
            <a:off x="3576216" y="3092289"/>
            <a:ext cx="351315" cy="349486"/>
            <a:chOff x="685475" y="2318350"/>
            <a:chExt cx="297750" cy="296200"/>
          </a:xfrm>
        </p:grpSpPr>
        <p:sp>
          <p:nvSpPr>
            <p:cNvPr id="446" name="Google Shape;446;p4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" name="Google Shape;449;p41"/>
          <p:cNvGrpSpPr/>
          <p:nvPr/>
        </p:nvGrpSpPr>
        <p:grpSpPr>
          <a:xfrm>
            <a:off x="6829644" y="3092320"/>
            <a:ext cx="328071" cy="349427"/>
            <a:chOff x="5421475" y="1945825"/>
            <a:chExt cx="278050" cy="296150"/>
          </a:xfrm>
        </p:grpSpPr>
        <p:sp>
          <p:nvSpPr>
            <p:cNvPr id="450" name="Google Shape;450;p4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" name="Google Shape;458;p41"/>
          <p:cNvGrpSpPr/>
          <p:nvPr/>
        </p:nvGrpSpPr>
        <p:grpSpPr>
          <a:xfrm>
            <a:off x="3576229" y="1325734"/>
            <a:ext cx="351286" cy="326390"/>
            <a:chOff x="6524150" y="1938725"/>
            <a:chExt cx="297725" cy="276625"/>
          </a:xfrm>
        </p:grpSpPr>
        <p:sp>
          <p:nvSpPr>
            <p:cNvPr id="459" name="Google Shape;459;p4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p42"/>
          <p:cNvSpPr/>
          <p:nvPr/>
        </p:nvSpPr>
        <p:spPr>
          <a:xfrm rot="-5400000">
            <a:off x="-261763" y="3965325"/>
            <a:ext cx="4289400" cy="1980000"/>
          </a:xfrm>
          <a:prstGeom prst="roundRect">
            <a:avLst>
              <a:gd fmla="val 14552" name="adj"/>
            </a:avLst>
          </a:prstGeom>
          <a:solidFill>
            <a:srgbClr val="000000">
              <a:alpha val="6431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42"/>
          <p:cNvSpPr/>
          <p:nvPr/>
        </p:nvSpPr>
        <p:spPr>
          <a:xfrm rot="-5400000">
            <a:off x="2409562" y="3584325"/>
            <a:ext cx="4289400" cy="19800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42"/>
          <p:cNvSpPr/>
          <p:nvPr/>
        </p:nvSpPr>
        <p:spPr>
          <a:xfrm rot="-5400000">
            <a:off x="5121037" y="4346325"/>
            <a:ext cx="4289400" cy="19800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4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Best Sellers</a:t>
            </a:r>
            <a:endParaRPr/>
          </a:p>
        </p:txBody>
      </p:sp>
      <p:sp>
        <p:nvSpPr>
          <p:cNvPr id="471" name="Google Shape;471;p42"/>
          <p:cNvSpPr txBox="1"/>
          <p:nvPr>
            <p:ph idx="2" type="title"/>
          </p:nvPr>
        </p:nvSpPr>
        <p:spPr>
          <a:xfrm>
            <a:off x="837425" y="3419243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72" name="Google Shape;472;p42"/>
          <p:cNvSpPr txBox="1"/>
          <p:nvPr>
            <p:ph idx="1" type="subTitle"/>
          </p:nvPr>
        </p:nvSpPr>
        <p:spPr>
          <a:xfrm>
            <a:off x="837425" y="3732318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it is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42"/>
          <p:cNvSpPr txBox="1"/>
          <p:nvPr>
            <p:ph idx="3" type="title"/>
          </p:nvPr>
        </p:nvSpPr>
        <p:spPr>
          <a:xfrm>
            <a:off x="3528830" y="3040041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74" name="Google Shape;474;p42"/>
          <p:cNvSpPr txBox="1"/>
          <p:nvPr>
            <p:ph idx="4" type="subTitle"/>
          </p:nvPr>
        </p:nvSpPr>
        <p:spPr>
          <a:xfrm>
            <a:off x="3528827" y="3353115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 has </a:t>
            </a:r>
            <a:r>
              <a:rPr lang="en"/>
              <a:t>a beautiful name, but it’s terribly hot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42"/>
          <p:cNvSpPr txBox="1"/>
          <p:nvPr>
            <p:ph idx="3" type="title"/>
          </p:nvPr>
        </p:nvSpPr>
        <p:spPr>
          <a:xfrm>
            <a:off x="1169387" y="19661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4"/>
                </a:solidFill>
              </a:rPr>
              <a:t>02</a:t>
            </a:r>
            <a:endParaRPr sz="4800">
              <a:solidFill>
                <a:schemeClr val="accent4"/>
              </a:solidFill>
            </a:endParaRPr>
          </a:p>
        </p:txBody>
      </p:sp>
      <p:sp>
        <p:nvSpPr>
          <p:cNvPr id="476" name="Google Shape;476;p42"/>
          <p:cNvSpPr txBox="1"/>
          <p:nvPr>
            <p:ph idx="3" type="title"/>
          </p:nvPr>
        </p:nvSpPr>
        <p:spPr>
          <a:xfrm>
            <a:off x="3840712" y="15851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4"/>
                </a:solidFill>
              </a:rPr>
              <a:t>01</a:t>
            </a:r>
            <a:endParaRPr sz="4800">
              <a:solidFill>
                <a:schemeClr val="accent4"/>
              </a:solidFill>
            </a:endParaRPr>
          </a:p>
        </p:txBody>
      </p:sp>
      <p:sp>
        <p:nvSpPr>
          <p:cNvPr id="477" name="Google Shape;477;p42"/>
          <p:cNvSpPr txBox="1"/>
          <p:nvPr>
            <p:ph idx="3" type="title"/>
          </p:nvPr>
        </p:nvSpPr>
        <p:spPr>
          <a:xfrm>
            <a:off x="6552187" y="2347150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4"/>
                </a:solidFill>
              </a:rPr>
              <a:t>03</a:t>
            </a:r>
            <a:endParaRPr sz="4800">
              <a:solidFill>
                <a:schemeClr val="accent4"/>
              </a:solidFill>
            </a:endParaRPr>
          </a:p>
        </p:txBody>
      </p:sp>
      <p:sp>
        <p:nvSpPr>
          <p:cNvPr id="478" name="Google Shape;478;p42"/>
          <p:cNvSpPr txBox="1"/>
          <p:nvPr>
            <p:ph idx="5" type="title"/>
          </p:nvPr>
        </p:nvSpPr>
        <p:spPr>
          <a:xfrm>
            <a:off x="6220233" y="3784945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79" name="Google Shape;479;p42"/>
          <p:cNvSpPr txBox="1"/>
          <p:nvPr>
            <p:ph idx="6" type="subTitle"/>
          </p:nvPr>
        </p:nvSpPr>
        <p:spPr>
          <a:xfrm>
            <a:off x="6220227" y="4098007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" name="Google Shape;480;p42"/>
          <p:cNvGrpSpPr/>
          <p:nvPr/>
        </p:nvGrpSpPr>
        <p:grpSpPr>
          <a:xfrm>
            <a:off x="1698455" y="3002356"/>
            <a:ext cx="368942" cy="368663"/>
            <a:chOff x="1413250" y="2680675"/>
            <a:chExt cx="297750" cy="297525"/>
          </a:xfrm>
        </p:grpSpPr>
        <p:sp>
          <p:nvSpPr>
            <p:cNvPr id="481" name="Google Shape;481;p4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" name="Google Shape;485;p42"/>
          <p:cNvGrpSpPr/>
          <p:nvPr/>
        </p:nvGrpSpPr>
        <p:grpSpPr>
          <a:xfrm>
            <a:off x="7081256" y="3383339"/>
            <a:ext cx="368942" cy="365999"/>
            <a:chOff x="6167350" y="2672800"/>
            <a:chExt cx="297750" cy="295375"/>
          </a:xfrm>
        </p:grpSpPr>
        <p:sp>
          <p:nvSpPr>
            <p:cNvPr id="486" name="Google Shape;486;p4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" name="Google Shape;491;p42"/>
          <p:cNvGrpSpPr/>
          <p:nvPr/>
        </p:nvGrpSpPr>
        <p:grpSpPr>
          <a:xfrm>
            <a:off x="4361566" y="2621338"/>
            <a:ext cx="385383" cy="370476"/>
            <a:chOff x="-31889075" y="2658950"/>
            <a:chExt cx="302475" cy="290775"/>
          </a:xfrm>
        </p:grpSpPr>
        <p:sp>
          <p:nvSpPr>
            <p:cNvPr id="492" name="Google Shape;492;p42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2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Google Shape;498;p43" title="Points scored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27425" y="3219525"/>
            <a:ext cx="2467500" cy="1525750"/>
          </a:xfrm>
          <a:prstGeom prst="rect">
            <a:avLst/>
          </a:prstGeom>
          <a:noFill/>
          <a:ln>
            <a:noFill/>
          </a:ln>
        </p:spPr>
      </p:pic>
      <p:sp>
        <p:nvSpPr>
          <p:cNvPr id="499" name="Google Shape;499;p4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Customer</a:t>
            </a:r>
            <a:r>
              <a:rPr lang="en"/>
              <a:t> Profile</a:t>
            </a:r>
            <a:endParaRPr/>
          </a:p>
        </p:txBody>
      </p:sp>
      <p:grpSp>
        <p:nvGrpSpPr>
          <p:cNvPr id="500" name="Google Shape;500;p43"/>
          <p:cNvGrpSpPr/>
          <p:nvPr/>
        </p:nvGrpSpPr>
        <p:grpSpPr>
          <a:xfrm>
            <a:off x="1354973" y="3502163"/>
            <a:ext cx="983247" cy="983247"/>
            <a:chOff x="5381238" y="1315800"/>
            <a:chExt cx="1090800" cy="1090800"/>
          </a:xfrm>
        </p:grpSpPr>
        <p:sp>
          <p:nvSpPr>
            <p:cNvPr id="501" name="Google Shape;501;p43"/>
            <p:cNvSpPr/>
            <p:nvPr/>
          </p:nvSpPr>
          <p:spPr>
            <a:xfrm>
              <a:off x="5381238" y="1315800"/>
              <a:ext cx="1090800" cy="1090800"/>
            </a:xfrm>
            <a:prstGeom prst="ellipse">
              <a:avLst/>
            </a:prstGeom>
            <a:solidFill>
              <a:srgbClr val="000000">
                <a:alpha val="6431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3"/>
            <p:cNvSpPr/>
            <p:nvPr/>
          </p:nvSpPr>
          <p:spPr>
            <a:xfrm>
              <a:off x="5571888" y="1506450"/>
              <a:ext cx="709500" cy="7095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3"/>
            <p:cNvSpPr/>
            <p:nvPr/>
          </p:nvSpPr>
          <p:spPr>
            <a:xfrm>
              <a:off x="5382588" y="1317150"/>
              <a:ext cx="1088100" cy="1088100"/>
            </a:xfrm>
            <a:prstGeom prst="arc">
              <a:avLst>
                <a:gd fmla="val 16200000" name="adj1"/>
                <a:gd fmla="val 3817515" name="adj2"/>
              </a:avLst>
            </a:prstGeom>
            <a:noFill/>
            <a:ln cap="flat" cmpd="sng" w="7620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" name="Google Shape;504;p43"/>
          <p:cNvSpPr/>
          <p:nvPr/>
        </p:nvSpPr>
        <p:spPr>
          <a:xfrm>
            <a:off x="5052396" y="2303905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5" name="Google Shape;505;p43"/>
          <p:cNvGrpSpPr/>
          <p:nvPr/>
        </p:nvGrpSpPr>
        <p:grpSpPr>
          <a:xfrm>
            <a:off x="1010192" y="1927695"/>
            <a:ext cx="344903" cy="340151"/>
            <a:chOff x="2079300" y="4399325"/>
            <a:chExt cx="489850" cy="483100"/>
          </a:xfrm>
        </p:grpSpPr>
        <p:sp>
          <p:nvSpPr>
            <p:cNvPr id="506" name="Google Shape;506;p4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" name="Google Shape;507;p4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" name="Google Shape;508;p43"/>
          <p:cNvGrpSpPr/>
          <p:nvPr/>
        </p:nvGrpSpPr>
        <p:grpSpPr>
          <a:xfrm>
            <a:off x="5042904" y="1927705"/>
            <a:ext cx="359154" cy="315916"/>
            <a:chOff x="-46772025" y="2350650"/>
            <a:chExt cx="300900" cy="264675"/>
          </a:xfrm>
        </p:grpSpPr>
        <p:sp>
          <p:nvSpPr>
            <p:cNvPr id="509" name="Google Shape;509;p43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3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" name="Google Shape;511;p43"/>
          <p:cNvGrpSpPr/>
          <p:nvPr/>
        </p:nvGrpSpPr>
        <p:grpSpPr>
          <a:xfrm>
            <a:off x="1010348" y="2328129"/>
            <a:ext cx="344622" cy="341941"/>
            <a:chOff x="-12663175" y="2506800"/>
            <a:chExt cx="356825" cy="354050"/>
          </a:xfrm>
        </p:grpSpPr>
        <p:sp>
          <p:nvSpPr>
            <p:cNvPr id="512" name="Google Shape;512;p4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" name="Google Shape;516;p43"/>
          <p:cNvGrpSpPr/>
          <p:nvPr/>
        </p:nvGrpSpPr>
        <p:grpSpPr>
          <a:xfrm>
            <a:off x="2682082" y="3502163"/>
            <a:ext cx="983247" cy="983247"/>
            <a:chOff x="6853513" y="1315800"/>
            <a:chExt cx="1090800" cy="1090800"/>
          </a:xfrm>
        </p:grpSpPr>
        <p:sp>
          <p:nvSpPr>
            <p:cNvPr id="517" name="Google Shape;517;p43"/>
            <p:cNvSpPr/>
            <p:nvPr/>
          </p:nvSpPr>
          <p:spPr>
            <a:xfrm>
              <a:off x="6853513" y="1315800"/>
              <a:ext cx="1090800" cy="1090800"/>
            </a:xfrm>
            <a:prstGeom prst="ellipse">
              <a:avLst/>
            </a:prstGeom>
            <a:solidFill>
              <a:srgbClr val="000000">
                <a:alpha val="6431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3"/>
            <p:cNvSpPr/>
            <p:nvPr/>
          </p:nvSpPr>
          <p:spPr>
            <a:xfrm>
              <a:off x="6856213" y="1317150"/>
              <a:ext cx="1088100" cy="1088100"/>
            </a:xfrm>
            <a:prstGeom prst="arc">
              <a:avLst>
                <a:gd fmla="val 16200000" name="adj1"/>
                <a:gd fmla="val 8474162" name="adj2"/>
              </a:avLst>
            </a:prstGeom>
            <a:noFill/>
            <a:ln cap="flat" cmpd="sng" w="7620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3"/>
            <p:cNvSpPr/>
            <p:nvPr/>
          </p:nvSpPr>
          <p:spPr>
            <a:xfrm>
              <a:off x="7044163" y="1506450"/>
              <a:ext cx="709500" cy="709500"/>
            </a:xfrm>
            <a:prstGeom prst="ellipse">
              <a:avLst/>
            </a:prstGeom>
            <a:solidFill>
              <a:srgbClr val="00CB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" name="Google Shape;520;p43"/>
          <p:cNvSpPr txBox="1"/>
          <p:nvPr/>
        </p:nvSpPr>
        <p:spPr>
          <a:xfrm>
            <a:off x="6994925" y="3367675"/>
            <a:ext cx="1435800" cy="69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To modify this graph, click on it, follow the link, change the data and paste the new graph here</a:t>
            </a:r>
            <a:endParaRPr sz="10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521" name="Google Shape;521;p43"/>
          <p:cNvSpPr txBox="1"/>
          <p:nvPr/>
        </p:nvSpPr>
        <p:spPr>
          <a:xfrm>
            <a:off x="713220" y="2932150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Gender and Age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22" name="Google Shape;522;p43"/>
          <p:cNvSpPr txBox="1"/>
          <p:nvPr/>
        </p:nvSpPr>
        <p:spPr>
          <a:xfrm>
            <a:off x="713225" y="1399825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Interests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523" name="Google Shape;523;p43"/>
          <p:cNvGrpSpPr/>
          <p:nvPr/>
        </p:nvGrpSpPr>
        <p:grpSpPr>
          <a:xfrm>
            <a:off x="1699550" y="2025663"/>
            <a:ext cx="2394429" cy="144900"/>
            <a:chOff x="5462163" y="2023888"/>
            <a:chExt cx="2394429" cy="144900"/>
          </a:xfrm>
        </p:grpSpPr>
        <p:sp>
          <p:nvSpPr>
            <p:cNvPr id="524" name="Google Shape;524;p43"/>
            <p:cNvSpPr/>
            <p:nvPr/>
          </p:nvSpPr>
          <p:spPr>
            <a:xfrm flipH="1" rot="10800000">
              <a:off x="5462163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3"/>
            <p:cNvSpPr/>
            <p:nvPr/>
          </p:nvSpPr>
          <p:spPr>
            <a:xfrm flipH="1" rot="10800000">
              <a:off x="5712110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3"/>
            <p:cNvSpPr/>
            <p:nvPr/>
          </p:nvSpPr>
          <p:spPr>
            <a:xfrm flipH="1" rot="10800000">
              <a:off x="5962058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3"/>
            <p:cNvSpPr/>
            <p:nvPr/>
          </p:nvSpPr>
          <p:spPr>
            <a:xfrm flipH="1" rot="10800000">
              <a:off x="6212005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3"/>
            <p:cNvSpPr/>
            <p:nvPr/>
          </p:nvSpPr>
          <p:spPr>
            <a:xfrm flipH="1" rot="10800000">
              <a:off x="6461953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3"/>
            <p:cNvSpPr/>
            <p:nvPr/>
          </p:nvSpPr>
          <p:spPr>
            <a:xfrm flipH="1" rot="10800000">
              <a:off x="6711901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3"/>
            <p:cNvSpPr/>
            <p:nvPr/>
          </p:nvSpPr>
          <p:spPr>
            <a:xfrm flipH="1" rot="10800000">
              <a:off x="6961848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3"/>
            <p:cNvSpPr/>
            <p:nvPr/>
          </p:nvSpPr>
          <p:spPr>
            <a:xfrm flipH="1" rot="10800000">
              <a:off x="7211796" y="2023888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3"/>
            <p:cNvSpPr/>
            <p:nvPr/>
          </p:nvSpPr>
          <p:spPr>
            <a:xfrm flipH="1" rot="10800000">
              <a:off x="7461744" y="2023888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3"/>
            <p:cNvSpPr/>
            <p:nvPr/>
          </p:nvSpPr>
          <p:spPr>
            <a:xfrm flipH="1" rot="10800000">
              <a:off x="7711691" y="2023888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" name="Google Shape;534;p43"/>
          <p:cNvGrpSpPr/>
          <p:nvPr/>
        </p:nvGrpSpPr>
        <p:grpSpPr>
          <a:xfrm>
            <a:off x="1699550" y="2426651"/>
            <a:ext cx="2394429" cy="144900"/>
            <a:chOff x="5462163" y="2711051"/>
            <a:chExt cx="2394429" cy="144900"/>
          </a:xfrm>
        </p:grpSpPr>
        <p:sp>
          <p:nvSpPr>
            <p:cNvPr id="535" name="Google Shape;535;p43"/>
            <p:cNvSpPr/>
            <p:nvPr/>
          </p:nvSpPr>
          <p:spPr>
            <a:xfrm flipH="1" rot="10800000">
              <a:off x="5462163" y="271105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3"/>
            <p:cNvSpPr/>
            <p:nvPr/>
          </p:nvSpPr>
          <p:spPr>
            <a:xfrm flipH="1" rot="10800000">
              <a:off x="5712110" y="271105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3"/>
            <p:cNvSpPr/>
            <p:nvPr/>
          </p:nvSpPr>
          <p:spPr>
            <a:xfrm flipH="1" rot="10800000">
              <a:off x="5962058" y="271105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3"/>
            <p:cNvSpPr/>
            <p:nvPr/>
          </p:nvSpPr>
          <p:spPr>
            <a:xfrm flipH="1" rot="10800000">
              <a:off x="6212005" y="271105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3"/>
            <p:cNvSpPr/>
            <p:nvPr/>
          </p:nvSpPr>
          <p:spPr>
            <a:xfrm flipH="1" rot="10800000">
              <a:off x="6461953" y="2711051"/>
              <a:ext cx="144900" cy="1449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3"/>
            <p:cNvSpPr/>
            <p:nvPr/>
          </p:nvSpPr>
          <p:spPr>
            <a:xfrm flipH="1" rot="10800000">
              <a:off x="6711901" y="2711051"/>
              <a:ext cx="144900" cy="1449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3"/>
            <p:cNvSpPr/>
            <p:nvPr/>
          </p:nvSpPr>
          <p:spPr>
            <a:xfrm flipH="1" rot="10800000">
              <a:off x="6961848" y="2711051"/>
              <a:ext cx="144900" cy="1449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3"/>
            <p:cNvSpPr/>
            <p:nvPr/>
          </p:nvSpPr>
          <p:spPr>
            <a:xfrm flipH="1" rot="10800000">
              <a:off x="7211796" y="2711051"/>
              <a:ext cx="144900" cy="1449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3"/>
            <p:cNvSpPr/>
            <p:nvPr/>
          </p:nvSpPr>
          <p:spPr>
            <a:xfrm flipH="1" rot="10800000">
              <a:off x="7461744" y="2711051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3"/>
            <p:cNvSpPr/>
            <p:nvPr/>
          </p:nvSpPr>
          <p:spPr>
            <a:xfrm flipH="1" rot="10800000">
              <a:off x="7711691" y="2711051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" name="Google Shape;545;p43"/>
          <p:cNvGrpSpPr/>
          <p:nvPr/>
        </p:nvGrpSpPr>
        <p:grpSpPr>
          <a:xfrm>
            <a:off x="5739375" y="2025001"/>
            <a:ext cx="2394429" cy="144900"/>
            <a:chOff x="5462163" y="3398226"/>
            <a:chExt cx="2394429" cy="144900"/>
          </a:xfrm>
        </p:grpSpPr>
        <p:sp>
          <p:nvSpPr>
            <p:cNvPr id="546" name="Google Shape;546;p43"/>
            <p:cNvSpPr/>
            <p:nvPr/>
          </p:nvSpPr>
          <p:spPr>
            <a:xfrm flipH="1" rot="10800000">
              <a:off x="5462163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3"/>
            <p:cNvSpPr/>
            <p:nvPr/>
          </p:nvSpPr>
          <p:spPr>
            <a:xfrm flipH="1" rot="10800000">
              <a:off x="5712110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3"/>
            <p:cNvSpPr/>
            <p:nvPr/>
          </p:nvSpPr>
          <p:spPr>
            <a:xfrm flipH="1" rot="10800000">
              <a:off x="5962058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3"/>
            <p:cNvSpPr/>
            <p:nvPr/>
          </p:nvSpPr>
          <p:spPr>
            <a:xfrm flipH="1" rot="10800000">
              <a:off x="6212005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3"/>
            <p:cNvSpPr/>
            <p:nvPr/>
          </p:nvSpPr>
          <p:spPr>
            <a:xfrm flipH="1" rot="10800000">
              <a:off x="6461953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3"/>
            <p:cNvSpPr/>
            <p:nvPr/>
          </p:nvSpPr>
          <p:spPr>
            <a:xfrm flipH="1" rot="10800000">
              <a:off x="6711901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3"/>
            <p:cNvSpPr/>
            <p:nvPr/>
          </p:nvSpPr>
          <p:spPr>
            <a:xfrm flipH="1" rot="10800000">
              <a:off x="6961848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3"/>
            <p:cNvSpPr/>
            <p:nvPr/>
          </p:nvSpPr>
          <p:spPr>
            <a:xfrm flipH="1" rot="10800000">
              <a:off x="7211796" y="3398226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3"/>
            <p:cNvSpPr/>
            <p:nvPr/>
          </p:nvSpPr>
          <p:spPr>
            <a:xfrm flipH="1" rot="10800000">
              <a:off x="7461744" y="3398226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3"/>
            <p:cNvSpPr/>
            <p:nvPr/>
          </p:nvSpPr>
          <p:spPr>
            <a:xfrm flipH="1" rot="10800000">
              <a:off x="7711691" y="3398226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" name="Google Shape;556;p43"/>
          <p:cNvGrpSpPr/>
          <p:nvPr/>
        </p:nvGrpSpPr>
        <p:grpSpPr>
          <a:xfrm>
            <a:off x="5739375" y="2426001"/>
            <a:ext cx="2394429" cy="144900"/>
            <a:chOff x="5462163" y="4085401"/>
            <a:chExt cx="2394429" cy="144900"/>
          </a:xfrm>
        </p:grpSpPr>
        <p:sp>
          <p:nvSpPr>
            <p:cNvPr id="557" name="Google Shape;557;p43"/>
            <p:cNvSpPr/>
            <p:nvPr/>
          </p:nvSpPr>
          <p:spPr>
            <a:xfrm flipH="1" rot="10800000">
              <a:off x="5462163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3"/>
            <p:cNvSpPr/>
            <p:nvPr/>
          </p:nvSpPr>
          <p:spPr>
            <a:xfrm flipH="1" rot="10800000">
              <a:off x="5712110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3"/>
            <p:cNvSpPr/>
            <p:nvPr/>
          </p:nvSpPr>
          <p:spPr>
            <a:xfrm flipH="1" rot="10800000">
              <a:off x="5962058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3"/>
            <p:cNvSpPr/>
            <p:nvPr/>
          </p:nvSpPr>
          <p:spPr>
            <a:xfrm flipH="1" rot="10800000">
              <a:off x="6212005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3"/>
            <p:cNvSpPr/>
            <p:nvPr/>
          </p:nvSpPr>
          <p:spPr>
            <a:xfrm flipH="1" rot="10800000">
              <a:off x="6461953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3"/>
            <p:cNvSpPr/>
            <p:nvPr/>
          </p:nvSpPr>
          <p:spPr>
            <a:xfrm flipH="1" rot="10800000">
              <a:off x="6711901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3"/>
            <p:cNvSpPr/>
            <p:nvPr/>
          </p:nvSpPr>
          <p:spPr>
            <a:xfrm flipH="1" rot="10800000">
              <a:off x="6961848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3"/>
            <p:cNvSpPr/>
            <p:nvPr/>
          </p:nvSpPr>
          <p:spPr>
            <a:xfrm flipH="1" rot="10800000">
              <a:off x="7211796" y="4085401"/>
              <a:ext cx="144900" cy="144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3"/>
            <p:cNvSpPr/>
            <p:nvPr/>
          </p:nvSpPr>
          <p:spPr>
            <a:xfrm flipH="1" rot="10800000">
              <a:off x="7461744" y="4085401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3"/>
            <p:cNvSpPr/>
            <p:nvPr/>
          </p:nvSpPr>
          <p:spPr>
            <a:xfrm flipH="1" rot="10800000">
              <a:off x="7711691" y="4085401"/>
              <a:ext cx="144900" cy="144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" name="Google Shape;567;p43"/>
          <p:cNvGrpSpPr/>
          <p:nvPr/>
        </p:nvGrpSpPr>
        <p:grpSpPr>
          <a:xfrm>
            <a:off x="1772117" y="3809484"/>
            <a:ext cx="148624" cy="368606"/>
            <a:chOff x="1775898" y="2260980"/>
            <a:chExt cx="127717" cy="316753"/>
          </a:xfrm>
        </p:grpSpPr>
        <p:sp>
          <p:nvSpPr>
            <p:cNvPr id="568" name="Google Shape;568;p43"/>
            <p:cNvSpPr/>
            <p:nvPr/>
          </p:nvSpPr>
          <p:spPr>
            <a:xfrm>
              <a:off x="1775898" y="2321392"/>
              <a:ext cx="127717" cy="256341"/>
            </a:xfrm>
            <a:custGeom>
              <a:rect b="b" l="l" r="r" t="t"/>
              <a:pathLst>
                <a:path extrusionOk="0" h="156544" w="77995">
                  <a:moveTo>
                    <a:pt x="18496" y="1"/>
                  </a:moveTo>
                  <a:cubicBezTo>
                    <a:pt x="8514" y="1"/>
                    <a:pt x="359" y="8123"/>
                    <a:pt x="327" y="18105"/>
                  </a:cubicBezTo>
                  <a:lnTo>
                    <a:pt x="33" y="74537"/>
                  </a:lnTo>
                  <a:cubicBezTo>
                    <a:pt x="0" y="78778"/>
                    <a:pt x="3425" y="82235"/>
                    <a:pt x="7666" y="82268"/>
                  </a:cubicBezTo>
                  <a:lnTo>
                    <a:pt x="7731" y="82268"/>
                  </a:lnTo>
                  <a:cubicBezTo>
                    <a:pt x="11939" y="82268"/>
                    <a:pt x="15364" y="78843"/>
                    <a:pt x="15397" y="74635"/>
                  </a:cubicBezTo>
                  <a:lnTo>
                    <a:pt x="15691" y="18170"/>
                  </a:lnTo>
                  <a:cubicBezTo>
                    <a:pt x="15691" y="17341"/>
                    <a:pt x="16344" y="16668"/>
                    <a:pt x="17166" y="16668"/>
                  </a:cubicBezTo>
                  <a:cubicBezTo>
                    <a:pt x="17185" y="16668"/>
                    <a:pt x="17204" y="16669"/>
                    <a:pt x="17224" y="16669"/>
                  </a:cubicBezTo>
                  <a:cubicBezTo>
                    <a:pt x="18039" y="16669"/>
                    <a:pt x="18724" y="17355"/>
                    <a:pt x="18724" y="18170"/>
                  </a:cubicBezTo>
                  <a:lnTo>
                    <a:pt x="18724" y="147345"/>
                  </a:lnTo>
                  <a:cubicBezTo>
                    <a:pt x="18724" y="152433"/>
                    <a:pt x="22867" y="156543"/>
                    <a:pt x="27956" y="156543"/>
                  </a:cubicBezTo>
                  <a:cubicBezTo>
                    <a:pt x="33044" y="156543"/>
                    <a:pt x="37187" y="152433"/>
                    <a:pt x="37187" y="147345"/>
                  </a:cubicBezTo>
                  <a:lnTo>
                    <a:pt x="37187" y="73656"/>
                  </a:lnTo>
                  <a:lnTo>
                    <a:pt x="41167" y="73656"/>
                  </a:lnTo>
                  <a:lnTo>
                    <a:pt x="41167" y="147345"/>
                  </a:lnTo>
                  <a:cubicBezTo>
                    <a:pt x="41167" y="152433"/>
                    <a:pt x="45277" y="156543"/>
                    <a:pt x="50365" y="156543"/>
                  </a:cubicBezTo>
                  <a:cubicBezTo>
                    <a:pt x="55454" y="156543"/>
                    <a:pt x="59597" y="152433"/>
                    <a:pt x="59597" y="147345"/>
                  </a:cubicBezTo>
                  <a:cubicBezTo>
                    <a:pt x="59597" y="25477"/>
                    <a:pt x="59434" y="95153"/>
                    <a:pt x="59434" y="18300"/>
                  </a:cubicBezTo>
                  <a:cubicBezTo>
                    <a:pt x="59434" y="17420"/>
                    <a:pt x="60119" y="16702"/>
                    <a:pt x="60967" y="16669"/>
                  </a:cubicBezTo>
                  <a:cubicBezTo>
                    <a:pt x="60988" y="16669"/>
                    <a:pt x="61009" y="16668"/>
                    <a:pt x="61030" y="16668"/>
                  </a:cubicBezTo>
                  <a:cubicBezTo>
                    <a:pt x="61882" y="16668"/>
                    <a:pt x="62567" y="17310"/>
                    <a:pt x="62631" y="18170"/>
                  </a:cubicBezTo>
                  <a:lnTo>
                    <a:pt x="62598" y="74570"/>
                  </a:lnTo>
                  <a:cubicBezTo>
                    <a:pt x="62598" y="78810"/>
                    <a:pt x="66023" y="82268"/>
                    <a:pt x="70264" y="82268"/>
                  </a:cubicBezTo>
                  <a:cubicBezTo>
                    <a:pt x="74504" y="82268"/>
                    <a:pt x="77962" y="78843"/>
                    <a:pt x="77962" y="74602"/>
                  </a:cubicBezTo>
                  <a:lnTo>
                    <a:pt x="77994" y="18137"/>
                  </a:lnTo>
                  <a:cubicBezTo>
                    <a:pt x="77994" y="18137"/>
                    <a:pt x="77994" y="18105"/>
                    <a:pt x="77994" y="18105"/>
                  </a:cubicBezTo>
                  <a:cubicBezTo>
                    <a:pt x="77962" y="8123"/>
                    <a:pt x="69807" y="1"/>
                    <a:pt x="59825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3"/>
            <p:cNvSpPr/>
            <p:nvPr/>
          </p:nvSpPr>
          <p:spPr>
            <a:xfrm>
              <a:off x="1813929" y="2260980"/>
              <a:ext cx="52189" cy="52135"/>
            </a:xfrm>
            <a:custGeom>
              <a:rect b="b" l="l" r="r" t="t"/>
              <a:pathLst>
                <a:path extrusionOk="0" h="31838" w="31871">
                  <a:moveTo>
                    <a:pt x="15952" y="1"/>
                  </a:moveTo>
                  <a:cubicBezTo>
                    <a:pt x="7144" y="1"/>
                    <a:pt x="1" y="7112"/>
                    <a:pt x="1" y="15919"/>
                  </a:cubicBezTo>
                  <a:cubicBezTo>
                    <a:pt x="1" y="24694"/>
                    <a:pt x="7144" y="31838"/>
                    <a:pt x="15952" y="31838"/>
                  </a:cubicBezTo>
                  <a:cubicBezTo>
                    <a:pt x="24727" y="31838"/>
                    <a:pt x="31870" y="24694"/>
                    <a:pt x="31870" y="15919"/>
                  </a:cubicBezTo>
                  <a:cubicBezTo>
                    <a:pt x="31870" y="7112"/>
                    <a:pt x="24727" y="1"/>
                    <a:pt x="15952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" name="Google Shape;570;p43"/>
          <p:cNvGrpSpPr/>
          <p:nvPr/>
        </p:nvGrpSpPr>
        <p:grpSpPr>
          <a:xfrm>
            <a:off x="3080934" y="3810789"/>
            <a:ext cx="185298" cy="365995"/>
            <a:chOff x="3942214" y="2711052"/>
            <a:chExt cx="159232" cy="314510"/>
          </a:xfrm>
        </p:grpSpPr>
        <p:sp>
          <p:nvSpPr>
            <p:cNvPr id="571" name="Google Shape;571;p43"/>
            <p:cNvSpPr/>
            <p:nvPr/>
          </p:nvSpPr>
          <p:spPr>
            <a:xfrm>
              <a:off x="3942214" y="2771091"/>
              <a:ext cx="159232" cy="254471"/>
            </a:xfrm>
            <a:custGeom>
              <a:rect b="b" l="l" r="r" t="t"/>
              <a:pathLst>
                <a:path extrusionOk="0" h="155402" w="97241">
                  <a:moveTo>
                    <a:pt x="35360" y="0"/>
                  </a:moveTo>
                  <a:cubicBezTo>
                    <a:pt x="27173" y="0"/>
                    <a:pt x="21268" y="5220"/>
                    <a:pt x="17713" y="15527"/>
                  </a:cubicBezTo>
                  <a:cubicBezTo>
                    <a:pt x="15527" y="21921"/>
                    <a:pt x="1533" y="61750"/>
                    <a:pt x="1403" y="62174"/>
                  </a:cubicBezTo>
                  <a:cubicBezTo>
                    <a:pt x="0" y="66121"/>
                    <a:pt x="2088" y="70492"/>
                    <a:pt x="6068" y="71895"/>
                  </a:cubicBezTo>
                  <a:cubicBezTo>
                    <a:pt x="6895" y="72179"/>
                    <a:pt x="7739" y="72315"/>
                    <a:pt x="8570" y="72315"/>
                  </a:cubicBezTo>
                  <a:cubicBezTo>
                    <a:pt x="11735" y="72315"/>
                    <a:pt x="14703" y="70350"/>
                    <a:pt x="15788" y="67197"/>
                  </a:cubicBezTo>
                  <a:cubicBezTo>
                    <a:pt x="16245" y="65925"/>
                    <a:pt x="24661" y="42569"/>
                    <a:pt x="29358" y="29130"/>
                  </a:cubicBezTo>
                  <a:lnTo>
                    <a:pt x="29358" y="29130"/>
                  </a:lnTo>
                  <a:cubicBezTo>
                    <a:pt x="28869" y="33142"/>
                    <a:pt x="30272" y="24824"/>
                    <a:pt x="18431" y="85856"/>
                  </a:cubicBezTo>
                  <a:cubicBezTo>
                    <a:pt x="17941" y="88498"/>
                    <a:pt x="19964" y="90912"/>
                    <a:pt x="22606" y="90912"/>
                  </a:cubicBezTo>
                  <a:lnTo>
                    <a:pt x="28412" y="90912"/>
                  </a:lnTo>
                  <a:lnTo>
                    <a:pt x="28412" y="146235"/>
                  </a:lnTo>
                  <a:cubicBezTo>
                    <a:pt x="28412" y="151291"/>
                    <a:pt x="32522" y="155401"/>
                    <a:pt x="37578" y="155401"/>
                  </a:cubicBezTo>
                  <a:cubicBezTo>
                    <a:pt x="42634" y="155401"/>
                    <a:pt x="46745" y="151291"/>
                    <a:pt x="46745" y="146235"/>
                  </a:cubicBezTo>
                  <a:lnTo>
                    <a:pt x="46745" y="90912"/>
                  </a:lnTo>
                  <a:lnTo>
                    <a:pt x="50692" y="90912"/>
                  </a:lnTo>
                  <a:lnTo>
                    <a:pt x="50692" y="146235"/>
                  </a:lnTo>
                  <a:cubicBezTo>
                    <a:pt x="50692" y="151291"/>
                    <a:pt x="54769" y="155401"/>
                    <a:pt x="59825" y="155401"/>
                  </a:cubicBezTo>
                  <a:cubicBezTo>
                    <a:pt x="64881" y="155401"/>
                    <a:pt x="68991" y="151291"/>
                    <a:pt x="68991" y="146235"/>
                  </a:cubicBezTo>
                  <a:lnTo>
                    <a:pt x="68991" y="90912"/>
                  </a:lnTo>
                  <a:lnTo>
                    <a:pt x="74798" y="90912"/>
                  </a:lnTo>
                  <a:cubicBezTo>
                    <a:pt x="77472" y="90912"/>
                    <a:pt x="79462" y="88498"/>
                    <a:pt x="78973" y="85856"/>
                  </a:cubicBezTo>
                  <a:cubicBezTo>
                    <a:pt x="67262" y="25379"/>
                    <a:pt x="68535" y="32392"/>
                    <a:pt x="68143" y="29130"/>
                  </a:cubicBezTo>
                  <a:lnTo>
                    <a:pt x="68143" y="29130"/>
                  </a:lnTo>
                  <a:cubicBezTo>
                    <a:pt x="72873" y="42667"/>
                    <a:pt x="81028" y="65958"/>
                    <a:pt x="81485" y="67197"/>
                  </a:cubicBezTo>
                  <a:cubicBezTo>
                    <a:pt x="82570" y="70350"/>
                    <a:pt x="85538" y="72315"/>
                    <a:pt x="88687" y="72315"/>
                  </a:cubicBezTo>
                  <a:cubicBezTo>
                    <a:pt x="89513" y="72315"/>
                    <a:pt x="90352" y="72179"/>
                    <a:pt x="91173" y="71895"/>
                  </a:cubicBezTo>
                  <a:cubicBezTo>
                    <a:pt x="95152" y="70492"/>
                    <a:pt x="97240" y="66121"/>
                    <a:pt x="95870" y="62174"/>
                  </a:cubicBezTo>
                  <a:cubicBezTo>
                    <a:pt x="95707" y="61750"/>
                    <a:pt x="81746" y="21921"/>
                    <a:pt x="79560" y="15527"/>
                  </a:cubicBezTo>
                  <a:cubicBezTo>
                    <a:pt x="76005" y="5220"/>
                    <a:pt x="70068" y="0"/>
                    <a:pt x="61913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3"/>
            <p:cNvSpPr/>
            <p:nvPr/>
          </p:nvSpPr>
          <p:spPr>
            <a:xfrm>
              <a:off x="3996056" y="2711052"/>
              <a:ext cx="51814" cy="51761"/>
            </a:xfrm>
            <a:custGeom>
              <a:rect b="b" l="l" r="r" t="t"/>
              <a:pathLst>
                <a:path extrusionOk="0" h="31610" w="31642">
                  <a:moveTo>
                    <a:pt x="15821" y="1"/>
                  </a:moveTo>
                  <a:cubicBezTo>
                    <a:pt x="7079" y="1"/>
                    <a:pt x="0" y="7079"/>
                    <a:pt x="0" y="15821"/>
                  </a:cubicBezTo>
                  <a:cubicBezTo>
                    <a:pt x="0" y="24531"/>
                    <a:pt x="7079" y="31609"/>
                    <a:pt x="15821" y="31609"/>
                  </a:cubicBezTo>
                  <a:cubicBezTo>
                    <a:pt x="24563" y="31609"/>
                    <a:pt x="31641" y="24531"/>
                    <a:pt x="31641" y="15821"/>
                  </a:cubicBezTo>
                  <a:cubicBezTo>
                    <a:pt x="31641" y="7079"/>
                    <a:pt x="24563" y="1"/>
                    <a:pt x="15821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4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Lato"/>
                <a:ea typeface="Lato"/>
                <a:cs typeface="Lato"/>
                <a:sym typeface="Lato"/>
              </a:rPr>
              <a:t>Our Numbers</a:t>
            </a:r>
            <a:endParaRPr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578" name="Google Shape;578;p4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6574" y="1817928"/>
            <a:ext cx="4061649" cy="2511446"/>
          </a:xfrm>
          <a:prstGeom prst="rect">
            <a:avLst/>
          </a:prstGeom>
          <a:noFill/>
          <a:ln>
            <a:noFill/>
          </a:ln>
        </p:spPr>
      </p:pic>
      <p:sp>
        <p:nvSpPr>
          <p:cNvPr id="579" name="Google Shape;579;p44"/>
          <p:cNvSpPr/>
          <p:nvPr/>
        </p:nvSpPr>
        <p:spPr>
          <a:xfrm>
            <a:off x="4919770" y="2198146"/>
            <a:ext cx="1589400" cy="7434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" name="Google Shape;580;p44"/>
          <p:cNvSpPr/>
          <p:nvPr/>
        </p:nvSpPr>
        <p:spPr>
          <a:xfrm>
            <a:off x="4919770" y="3550912"/>
            <a:ext cx="1589400" cy="7434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" name="Google Shape;581;p44"/>
          <p:cNvSpPr/>
          <p:nvPr/>
        </p:nvSpPr>
        <p:spPr>
          <a:xfrm>
            <a:off x="6848620" y="2198145"/>
            <a:ext cx="1589400" cy="7434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" name="Google Shape;582;p44"/>
          <p:cNvSpPr/>
          <p:nvPr/>
        </p:nvSpPr>
        <p:spPr>
          <a:xfrm>
            <a:off x="6848620" y="3550911"/>
            <a:ext cx="1589400" cy="7434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" name="Google Shape;583;p44"/>
          <p:cNvSpPr txBox="1"/>
          <p:nvPr/>
        </p:nvSpPr>
        <p:spPr>
          <a:xfrm>
            <a:off x="1612330" y="1421819"/>
            <a:ext cx="2073300" cy="38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Budget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84" name="Google Shape;584;p44"/>
          <p:cNvSpPr txBox="1"/>
          <p:nvPr/>
        </p:nvSpPr>
        <p:spPr>
          <a:xfrm>
            <a:off x="4801878" y="2531234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avg. price per unit</a:t>
            </a:r>
            <a:endParaRPr sz="12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585" name="Google Shape;585;p44"/>
          <p:cNvSpPr txBox="1"/>
          <p:nvPr/>
        </p:nvSpPr>
        <p:spPr>
          <a:xfrm>
            <a:off x="4801878" y="3893913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avg. days on market</a:t>
            </a:r>
            <a:endParaRPr sz="12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586" name="Google Shape;586;p44"/>
          <p:cNvSpPr txBox="1"/>
          <p:nvPr/>
        </p:nvSpPr>
        <p:spPr>
          <a:xfrm>
            <a:off x="6730728" y="2551059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retailers</a:t>
            </a:r>
            <a:endParaRPr sz="12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587" name="Google Shape;587;p44"/>
          <p:cNvSpPr txBox="1"/>
          <p:nvPr/>
        </p:nvSpPr>
        <p:spPr>
          <a:xfrm>
            <a:off x="6730728" y="3913738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remaining inventory</a:t>
            </a:r>
            <a:endParaRPr sz="12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588" name="Google Shape;588;p44"/>
          <p:cNvSpPr txBox="1"/>
          <p:nvPr/>
        </p:nvSpPr>
        <p:spPr>
          <a:xfrm>
            <a:off x="4801878" y="2237709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$28.87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89" name="Google Shape;589;p44"/>
          <p:cNvSpPr txBox="1"/>
          <p:nvPr/>
        </p:nvSpPr>
        <p:spPr>
          <a:xfrm>
            <a:off x="4801878" y="3600388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30 DAYS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90" name="Google Shape;590;p44"/>
          <p:cNvSpPr txBox="1"/>
          <p:nvPr/>
        </p:nvSpPr>
        <p:spPr>
          <a:xfrm>
            <a:off x="6730728" y="2257534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45 SHOPS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91" name="Google Shape;591;p44"/>
          <p:cNvSpPr txBox="1"/>
          <p:nvPr/>
        </p:nvSpPr>
        <p:spPr>
          <a:xfrm>
            <a:off x="6730728" y="3620213"/>
            <a:ext cx="18252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77 UNITS</a:t>
            </a:r>
            <a:endParaRPr b="1" sz="18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92" name="Google Shape;592;p44"/>
          <p:cNvSpPr/>
          <p:nvPr/>
        </p:nvSpPr>
        <p:spPr>
          <a:xfrm>
            <a:off x="5543605" y="3107589"/>
            <a:ext cx="341700" cy="290899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3" name="Google Shape;593;p44"/>
          <p:cNvGrpSpPr/>
          <p:nvPr/>
        </p:nvGrpSpPr>
        <p:grpSpPr>
          <a:xfrm>
            <a:off x="7460441" y="1682241"/>
            <a:ext cx="365770" cy="365754"/>
            <a:chOff x="6679825" y="2693700"/>
            <a:chExt cx="257875" cy="258575"/>
          </a:xfrm>
        </p:grpSpPr>
        <p:sp>
          <p:nvSpPr>
            <p:cNvPr id="594" name="Google Shape;594;p4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" name="Google Shape;596;p44"/>
          <p:cNvGrpSpPr/>
          <p:nvPr/>
        </p:nvGrpSpPr>
        <p:grpSpPr>
          <a:xfrm>
            <a:off x="5532722" y="1684484"/>
            <a:ext cx="363522" cy="361266"/>
            <a:chOff x="-61354075" y="1940500"/>
            <a:chExt cx="314275" cy="312325"/>
          </a:xfrm>
        </p:grpSpPr>
        <p:sp>
          <p:nvSpPr>
            <p:cNvPr id="597" name="Google Shape;597;p4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" name="Google Shape;601;p44"/>
          <p:cNvSpPr txBox="1"/>
          <p:nvPr/>
        </p:nvSpPr>
        <p:spPr>
          <a:xfrm>
            <a:off x="908225" y="4216725"/>
            <a:ext cx="3481500" cy="523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T</a:t>
            </a:r>
            <a:r>
              <a:rPr lang="en" sz="10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o modify this graph, click on it,  follow the link, change the data and paste the resulting graph here, replacing this one</a:t>
            </a:r>
            <a:endParaRPr sz="10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602" name="Google Shape;602;p44"/>
          <p:cNvSpPr/>
          <p:nvPr/>
        </p:nvSpPr>
        <p:spPr>
          <a:xfrm>
            <a:off x="7496330" y="3106018"/>
            <a:ext cx="293997" cy="294073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6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p45"/>
          <p:cNvSpPr/>
          <p:nvPr/>
        </p:nvSpPr>
        <p:spPr>
          <a:xfrm>
            <a:off x="5761150" y="3013632"/>
            <a:ext cx="2007300" cy="9387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45"/>
          <p:cNvSpPr/>
          <p:nvPr/>
        </p:nvSpPr>
        <p:spPr>
          <a:xfrm>
            <a:off x="5761150" y="1758675"/>
            <a:ext cx="2007300" cy="9387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4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Growth</a:t>
            </a:r>
            <a:endParaRPr/>
          </a:p>
        </p:txBody>
      </p:sp>
      <p:pic>
        <p:nvPicPr>
          <p:cNvPr id="610" name="Google Shape;610;p4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07100" y="1559888"/>
            <a:ext cx="4194249" cy="2593425"/>
          </a:xfrm>
          <a:prstGeom prst="rect">
            <a:avLst/>
          </a:prstGeom>
          <a:noFill/>
          <a:ln>
            <a:noFill/>
          </a:ln>
        </p:spPr>
      </p:pic>
      <p:sp>
        <p:nvSpPr>
          <p:cNvPr id="611" name="Google Shape;611;p45"/>
          <p:cNvSpPr txBox="1"/>
          <p:nvPr/>
        </p:nvSpPr>
        <p:spPr>
          <a:xfrm>
            <a:off x="5697549" y="2203251"/>
            <a:ext cx="21345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Expected  income for 2020</a:t>
            </a:r>
            <a:endParaRPr sz="12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612" name="Google Shape;612;p45"/>
          <p:cNvSpPr txBox="1"/>
          <p:nvPr/>
        </p:nvSpPr>
        <p:spPr>
          <a:xfrm>
            <a:off x="5697549" y="1909726"/>
            <a:ext cx="21345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$20,000</a:t>
            </a:r>
            <a:endParaRPr b="1" sz="23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613" name="Google Shape;613;p45"/>
          <p:cNvSpPr txBox="1"/>
          <p:nvPr/>
        </p:nvSpPr>
        <p:spPr>
          <a:xfrm>
            <a:off x="1691246" y="4073600"/>
            <a:ext cx="3376500" cy="461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T</a:t>
            </a:r>
            <a:r>
              <a:rPr lang="en" sz="10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o modify this graph, click on it, follow the link, change the data and paste the resulting graph here, replacing this one</a:t>
            </a:r>
            <a:endParaRPr sz="10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614" name="Google Shape;614;p45"/>
          <p:cNvSpPr txBox="1"/>
          <p:nvPr/>
        </p:nvSpPr>
        <p:spPr>
          <a:xfrm>
            <a:off x="5697549" y="3463376"/>
            <a:ext cx="21345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Lato Light"/>
                <a:ea typeface="Lato Light"/>
                <a:cs typeface="Lato Light"/>
                <a:sym typeface="Lato Light"/>
              </a:rPr>
              <a:t>New employees next year</a:t>
            </a:r>
            <a:endParaRPr sz="1200">
              <a:solidFill>
                <a:schemeClr val="accent3"/>
              </a:solidFill>
              <a:latin typeface="Lato Light"/>
              <a:ea typeface="Lato Light"/>
              <a:cs typeface="Lato Light"/>
              <a:sym typeface="Lato Light"/>
            </a:endParaRPr>
          </a:p>
        </p:txBody>
      </p:sp>
      <p:sp>
        <p:nvSpPr>
          <p:cNvPr id="615" name="Google Shape;615;p45"/>
          <p:cNvSpPr txBox="1"/>
          <p:nvPr/>
        </p:nvSpPr>
        <p:spPr>
          <a:xfrm>
            <a:off x="5697549" y="3169851"/>
            <a:ext cx="2134500" cy="34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solidFill>
                  <a:schemeClr val="accent3"/>
                </a:solidFill>
                <a:latin typeface="Lato"/>
                <a:ea typeface="Lato"/>
                <a:cs typeface="Lato"/>
                <a:sym typeface="Lato"/>
              </a:rPr>
              <a:t>100</a:t>
            </a:r>
            <a:endParaRPr b="1" sz="2300">
              <a:solidFill>
                <a:schemeClr val="accent3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p46"/>
          <p:cNvSpPr/>
          <p:nvPr/>
        </p:nvSpPr>
        <p:spPr>
          <a:xfrm>
            <a:off x="1436400" y="1847638"/>
            <a:ext cx="6271200" cy="14865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46"/>
          <p:cNvSpPr txBox="1"/>
          <p:nvPr>
            <p:ph type="title"/>
          </p:nvPr>
        </p:nvSpPr>
        <p:spPr>
          <a:xfrm>
            <a:off x="1882925" y="1795438"/>
            <a:ext cx="5378400" cy="108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4,498,300,000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622" name="Google Shape;622;p46"/>
          <p:cNvSpPr txBox="1"/>
          <p:nvPr>
            <p:ph idx="1" type="body"/>
          </p:nvPr>
        </p:nvSpPr>
        <p:spPr>
          <a:xfrm>
            <a:off x="1882800" y="2816463"/>
            <a:ext cx="5378400" cy="5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p4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</a:t>
            </a:r>
            <a:endParaRPr/>
          </a:p>
        </p:txBody>
      </p:sp>
      <p:sp>
        <p:nvSpPr>
          <p:cNvPr id="628" name="Google Shape;628;p47"/>
          <p:cNvSpPr/>
          <p:nvPr/>
        </p:nvSpPr>
        <p:spPr>
          <a:xfrm rot="10800000">
            <a:off x="4014372" y="1400540"/>
            <a:ext cx="662041" cy="727435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</a:t>
            </a:r>
            <a:endParaRPr/>
          </a:p>
        </p:txBody>
      </p:sp>
      <p:sp>
        <p:nvSpPr>
          <p:cNvPr id="629" name="Google Shape;629;p47"/>
          <p:cNvSpPr/>
          <p:nvPr/>
        </p:nvSpPr>
        <p:spPr>
          <a:xfrm>
            <a:off x="2040538" y="2341125"/>
            <a:ext cx="1564200" cy="3585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47"/>
          <p:cNvSpPr/>
          <p:nvPr/>
        </p:nvSpPr>
        <p:spPr>
          <a:xfrm rot="10800000">
            <a:off x="5246247" y="1400540"/>
            <a:ext cx="662041" cy="727435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</a:t>
            </a:r>
            <a:endParaRPr/>
          </a:p>
        </p:txBody>
      </p:sp>
      <p:sp>
        <p:nvSpPr>
          <p:cNvPr id="631" name="Google Shape;631;p47"/>
          <p:cNvSpPr/>
          <p:nvPr/>
        </p:nvSpPr>
        <p:spPr>
          <a:xfrm rot="10800000">
            <a:off x="6541297" y="1400540"/>
            <a:ext cx="662041" cy="727435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</a:t>
            </a:r>
            <a:endParaRPr/>
          </a:p>
        </p:txBody>
      </p:sp>
      <p:sp>
        <p:nvSpPr>
          <p:cNvPr id="632" name="Google Shape;632;p47"/>
          <p:cNvSpPr/>
          <p:nvPr/>
        </p:nvSpPr>
        <p:spPr>
          <a:xfrm>
            <a:off x="2040538" y="2821125"/>
            <a:ext cx="1564200" cy="3585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47"/>
          <p:cNvSpPr/>
          <p:nvPr/>
        </p:nvSpPr>
        <p:spPr>
          <a:xfrm>
            <a:off x="2040538" y="3301113"/>
            <a:ext cx="1564200" cy="3585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" name="Google Shape;634;p47"/>
          <p:cNvGrpSpPr/>
          <p:nvPr/>
        </p:nvGrpSpPr>
        <p:grpSpPr>
          <a:xfrm>
            <a:off x="4156604" y="1529086"/>
            <a:ext cx="377568" cy="372030"/>
            <a:chOff x="-64774725" y="1916550"/>
            <a:chExt cx="319000" cy="314400"/>
          </a:xfrm>
        </p:grpSpPr>
        <p:sp>
          <p:nvSpPr>
            <p:cNvPr id="635" name="Google Shape;635;p4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" name="Google Shape;637;p47"/>
          <p:cNvGrpSpPr/>
          <p:nvPr/>
        </p:nvGrpSpPr>
        <p:grpSpPr>
          <a:xfrm>
            <a:off x="6683537" y="1566892"/>
            <a:ext cx="373840" cy="296417"/>
            <a:chOff x="-62882850" y="1999375"/>
            <a:chExt cx="315850" cy="250500"/>
          </a:xfrm>
        </p:grpSpPr>
        <p:sp>
          <p:nvSpPr>
            <p:cNvPr id="638" name="Google Shape;638;p4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" name="Google Shape;640;p47"/>
          <p:cNvGrpSpPr/>
          <p:nvPr/>
        </p:nvGrpSpPr>
        <p:grpSpPr>
          <a:xfrm>
            <a:off x="5414116" y="1527651"/>
            <a:ext cx="326289" cy="374899"/>
            <a:chOff x="-62496925" y="1931475"/>
            <a:chExt cx="275675" cy="316825"/>
          </a:xfrm>
        </p:grpSpPr>
        <p:sp>
          <p:nvSpPr>
            <p:cNvPr id="641" name="Google Shape;641;p4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" name="Google Shape;643;p47"/>
          <p:cNvSpPr/>
          <p:nvPr/>
        </p:nvSpPr>
        <p:spPr>
          <a:xfrm>
            <a:off x="2040538" y="3781113"/>
            <a:ext cx="1564200" cy="358500"/>
          </a:xfrm>
          <a:prstGeom prst="roundRect">
            <a:avLst>
              <a:gd fmla="val 14552" name="adj"/>
            </a:avLst>
          </a:pr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644" name="Google Shape;644;p47"/>
          <p:cNvGraphicFramePr/>
          <p:nvPr/>
        </p:nvGraphicFramePr>
        <p:xfrm>
          <a:off x="1916038" y="13099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{CE53BD47-25EB-4F6B-BCE6-F44BA581A053}</a:tableStyleId>
              </a:tblPr>
              <a:tblGrid>
                <a:gridCol w="1813300"/>
                <a:gridCol w="1232100"/>
                <a:gridCol w="1294825"/>
                <a:gridCol w="1168975"/>
              </a:tblGrid>
              <a:tr h="970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7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Jupiter</a:t>
                      </a:r>
                      <a:endParaRPr b="1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0.06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0.38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0.38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7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Mars</a:t>
                      </a:r>
                      <a:endParaRPr b="1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0.11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0.53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0.38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7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Saturn</a:t>
                      </a:r>
                      <a:endParaRPr b="1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95.2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9.4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1.16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7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Venus</a:t>
                      </a:r>
                      <a:endParaRPr b="1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0.54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0.08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Lato Light"/>
                          <a:ea typeface="Lato Light"/>
                          <a:cs typeface="Lato Light"/>
                          <a:sym typeface="Lato Light"/>
                        </a:rPr>
                        <a:t>0.11</a:t>
                      </a:r>
                      <a:endParaRPr>
                        <a:solidFill>
                          <a:schemeClr val="accent3"/>
                        </a:solidFill>
                        <a:latin typeface="Lato Light"/>
                        <a:ea typeface="Lato Light"/>
                        <a:cs typeface="Lato Light"/>
                        <a:sym typeface="Lato Ligh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48"/>
          <p:cNvSpPr/>
          <p:nvPr/>
        </p:nvSpPr>
        <p:spPr>
          <a:xfrm rot="-5400000">
            <a:off x="3672627" y="2956984"/>
            <a:ext cx="1280135" cy="1881301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" name="Google Shape;650;p48"/>
          <p:cNvSpPr/>
          <p:nvPr/>
        </p:nvSpPr>
        <p:spPr>
          <a:xfrm rot="-5400000">
            <a:off x="3672626" y="1372027"/>
            <a:ext cx="1280135" cy="1881301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p48"/>
          <p:cNvSpPr/>
          <p:nvPr/>
        </p:nvSpPr>
        <p:spPr>
          <a:xfrm rot="5400000">
            <a:off x="5852600" y="1372002"/>
            <a:ext cx="1280135" cy="1881301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" name="Google Shape;652;p48"/>
          <p:cNvSpPr/>
          <p:nvPr/>
        </p:nvSpPr>
        <p:spPr>
          <a:xfrm rot="5400000">
            <a:off x="5852598" y="2956959"/>
            <a:ext cx="1280135" cy="1881301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" name="Google Shape;653;p48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 Projects</a:t>
            </a:r>
            <a:endParaRPr/>
          </a:p>
        </p:txBody>
      </p:sp>
      <p:sp>
        <p:nvSpPr>
          <p:cNvPr id="654" name="Google Shape;654;p48"/>
          <p:cNvSpPr txBox="1"/>
          <p:nvPr>
            <p:ph idx="2" type="title"/>
          </p:nvPr>
        </p:nvSpPr>
        <p:spPr>
          <a:xfrm>
            <a:off x="3642218" y="1672588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</a:t>
            </a:r>
            <a:endParaRPr/>
          </a:p>
        </p:txBody>
      </p:sp>
      <p:sp>
        <p:nvSpPr>
          <p:cNvPr id="655" name="Google Shape;655;p48"/>
          <p:cNvSpPr txBox="1"/>
          <p:nvPr>
            <p:ph idx="1" type="subTitle"/>
          </p:nvPr>
        </p:nvSpPr>
        <p:spPr>
          <a:xfrm>
            <a:off x="3642218" y="2038279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3"/>
                </a:solidFill>
              </a:rPr>
              <a:t>Mercury is the closest planet to the </a:t>
            </a:r>
            <a:r>
              <a:rPr lang="en"/>
              <a:t>Sun</a:t>
            </a:r>
            <a:endParaRPr>
              <a:solidFill>
                <a:schemeClr val="accent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656" name="Google Shape;656;p48"/>
          <p:cNvSpPr txBox="1"/>
          <p:nvPr>
            <p:ph idx="3" type="title"/>
          </p:nvPr>
        </p:nvSpPr>
        <p:spPr>
          <a:xfrm>
            <a:off x="5552018" y="1672588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Project</a:t>
            </a:r>
            <a:endParaRPr/>
          </a:p>
        </p:txBody>
      </p:sp>
      <p:sp>
        <p:nvSpPr>
          <p:cNvPr id="657" name="Google Shape;657;p48"/>
          <p:cNvSpPr txBox="1"/>
          <p:nvPr>
            <p:ph idx="4" type="subTitle"/>
          </p:nvPr>
        </p:nvSpPr>
        <p:spPr>
          <a:xfrm>
            <a:off x="5552018" y="2038279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658" name="Google Shape;658;p48"/>
          <p:cNvSpPr txBox="1"/>
          <p:nvPr>
            <p:ph idx="5" type="title"/>
          </p:nvPr>
        </p:nvSpPr>
        <p:spPr>
          <a:xfrm>
            <a:off x="3642218" y="3257546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Project</a:t>
            </a:r>
            <a:endParaRPr/>
          </a:p>
        </p:txBody>
      </p:sp>
      <p:sp>
        <p:nvSpPr>
          <p:cNvPr id="659" name="Google Shape;659;p48"/>
          <p:cNvSpPr txBox="1"/>
          <p:nvPr>
            <p:ph idx="6" type="subTitle"/>
          </p:nvPr>
        </p:nvSpPr>
        <p:spPr>
          <a:xfrm>
            <a:off x="3642218" y="3623238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" name="Google Shape;660;p48"/>
          <p:cNvSpPr txBox="1"/>
          <p:nvPr>
            <p:ph idx="7" type="title"/>
          </p:nvPr>
        </p:nvSpPr>
        <p:spPr>
          <a:xfrm>
            <a:off x="5552018" y="3257571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Project</a:t>
            </a:r>
            <a:endParaRPr/>
          </a:p>
        </p:txBody>
      </p:sp>
      <p:sp>
        <p:nvSpPr>
          <p:cNvPr id="661" name="Google Shape;661;p48"/>
          <p:cNvSpPr txBox="1"/>
          <p:nvPr>
            <p:ph idx="8" type="subTitle"/>
          </p:nvPr>
        </p:nvSpPr>
        <p:spPr>
          <a:xfrm>
            <a:off x="5552018" y="3623263"/>
            <a:ext cx="1605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</a:t>
            </a:r>
            <a:endParaRPr/>
          </a:p>
        </p:txBody>
      </p:sp>
      <p:sp>
        <p:nvSpPr>
          <p:cNvPr id="662" name="Google Shape;662;p48"/>
          <p:cNvSpPr txBox="1"/>
          <p:nvPr>
            <p:ph idx="3" type="title"/>
          </p:nvPr>
        </p:nvSpPr>
        <p:spPr>
          <a:xfrm>
            <a:off x="1986505" y="1946938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1"/>
                </a:solidFill>
              </a:rPr>
              <a:t>01</a:t>
            </a:r>
            <a:endParaRPr sz="4800">
              <a:solidFill>
                <a:schemeClr val="accent1"/>
              </a:solidFill>
            </a:endParaRPr>
          </a:p>
        </p:txBody>
      </p:sp>
      <p:sp>
        <p:nvSpPr>
          <p:cNvPr id="663" name="Google Shape;663;p48"/>
          <p:cNvSpPr txBox="1"/>
          <p:nvPr>
            <p:ph idx="3" type="title"/>
          </p:nvPr>
        </p:nvSpPr>
        <p:spPr>
          <a:xfrm>
            <a:off x="1986505" y="3531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1"/>
                </a:solidFill>
              </a:rPr>
              <a:t>02</a:t>
            </a:r>
            <a:endParaRPr sz="4800">
              <a:solidFill>
                <a:schemeClr val="accent1"/>
              </a:solidFill>
            </a:endParaRPr>
          </a:p>
        </p:txBody>
      </p:sp>
      <p:sp>
        <p:nvSpPr>
          <p:cNvPr id="664" name="Google Shape;664;p48"/>
          <p:cNvSpPr txBox="1"/>
          <p:nvPr>
            <p:ph idx="3" type="title"/>
          </p:nvPr>
        </p:nvSpPr>
        <p:spPr>
          <a:xfrm>
            <a:off x="7385605" y="1946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1"/>
                </a:solidFill>
              </a:rPr>
              <a:t>03</a:t>
            </a:r>
            <a:endParaRPr sz="4800">
              <a:solidFill>
                <a:schemeClr val="accent1"/>
              </a:solidFill>
            </a:endParaRPr>
          </a:p>
        </p:txBody>
      </p:sp>
      <p:sp>
        <p:nvSpPr>
          <p:cNvPr id="665" name="Google Shape;665;p48"/>
          <p:cNvSpPr txBox="1"/>
          <p:nvPr>
            <p:ph idx="3" type="title"/>
          </p:nvPr>
        </p:nvSpPr>
        <p:spPr>
          <a:xfrm>
            <a:off x="7385605" y="3531925"/>
            <a:ext cx="14271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1"/>
                </a:solidFill>
              </a:rPr>
              <a:t>04</a:t>
            </a:r>
            <a:endParaRPr sz="4800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9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" name="Google Shape;670;p49"/>
          <p:cNvSpPr txBox="1"/>
          <p:nvPr>
            <p:ph idx="2" type="body"/>
          </p:nvPr>
        </p:nvSpPr>
        <p:spPr>
          <a:xfrm>
            <a:off x="6581900" y="3018339"/>
            <a:ext cx="1912500" cy="113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“Despite being red, Mars is a cold place. The planet is full of iron oxide dust”</a:t>
            </a:r>
            <a:endParaRPr/>
          </a:p>
        </p:txBody>
      </p:sp>
      <p:sp>
        <p:nvSpPr>
          <p:cNvPr id="671" name="Google Shape;671;p49"/>
          <p:cNvSpPr txBox="1"/>
          <p:nvPr>
            <p:ph idx="1" type="body"/>
          </p:nvPr>
        </p:nvSpPr>
        <p:spPr>
          <a:xfrm>
            <a:off x="3825925" y="3018339"/>
            <a:ext cx="1911000" cy="113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“Mercury is the closest planet to the Sun and the smallest one in the Solar System”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4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Customer Testimonials</a:t>
            </a:r>
            <a:endParaRPr/>
          </a:p>
        </p:txBody>
      </p:sp>
      <p:grpSp>
        <p:nvGrpSpPr>
          <p:cNvPr id="673" name="Google Shape;673;p49"/>
          <p:cNvGrpSpPr/>
          <p:nvPr/>
        </p:nvGrpSpPr>
        <p:grpSpPr>
          <a:xfrm>
            <a:off x="7726234" y="1898087"/>
            <a:ext cx="662041" cy="727435"/>
            <a:chOff x="7832358" y="1898087"/>
            <a:chExt cx="662041" cy="727435"/>
          </a:xfrm>
        </p:grpSpPr>
        <p:sp>
          <p:nvSpPr>
            <p:cNvPr id="674" name="Google Shape;674;p49"/>
            <p:cNvSpPr/>
            <p:nvPr/>
          </p:nvSpPr>
          <p:spPr>
            <a:xfrm rot="10800000">
              <a:off x="7832358" y="1898087"/>
              <a:ext cx="662041" cy="727435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5" name="Google Shape;675;p49"/>
            <p:cNvGrpSpPr/>
            <p:nvPr/>
          </p:nvGrpSpPr>
          <p:grpSpPr>
            <a:xfrm>
              <a:off x="8004737" y="2006839"/>
              <a:ext cx="317290" cy="359303"/>
              <a:chOff x="-57950750" y="2296300"/>
              <a:chExt cx="279625" cy="316650"/>
            </a:xfrm>
          </p:grpSpPr>
          <p:sp>
            <p:nvSpPr>
              <p:cNvPr id="676" name="Google Shape;676;p49"/>
              <p:cNvSpPr/>
              <p:nvPr/>
            </p:nvSpPr>
            <p:spPr>
              <a:xfrm>
                <a:off x="-57847575" y="2528075"/>
                <a:ext cx="73250" cy="29750"/>
              </a:xfrm>
              <a:custGeom>
                <a:rect b="b" l="l" r="r" t="t"/>
                <a:pathLst>
                  <a:path extrusionOk="0" h="1190" w="2930">
                    <a:moveTo>
                      <a:pt x="414" y="0"/>
                    </a:moveTo>
                    <a:cubicBezTo>
                      <a:pt x="315" y="0"/>
                      <a:pt x="221" y="40"/>
                      <a:pt x="158" y="118"/>
                    </a:cubicBezTo>
                    <a:cubicBezTo>
                      <a:pt x="0" y="276"/>
                      <a:pt x="0" y="528"/>
                      <a:pt x="158" y="654"/>
                    </a:cubicBezTo>
                    <a:cubicBezTo>
                      <a:pt x="536" y="1000"/>
                      <a:pt x="1008" y="1189"/>
                      <a:pt x="1481" y="1189"/>
                    </a:cubicBezTo>
                    <a:cubicBezTo>
                      <a:pt x="1954" y="1189"/>
                      <a:pt x="2458" y="1000"/>
                      <a:pt x="2773" y="654"/>
                    </a:cubicBezTo>
                    <a:cubicBezTo>
                      <a:pt x="2930" y="496"/>
                      <a:pt x="2930" y="244"/>
                      <a:pt x="2773" y="118"/>
                    </a:cubicBezTo>
                    <a:cubicBezTo>
                      <a:pt x="2710" y="40"/>
                      <a:pt x="2623" y="0"/>
                      <a:pt x="2532" y="0"/>
                    </a:cubicBezTo>
                    <a:cubicBezTo>
                      <a:pt x="2442" y="0"/>
                      <a:pt x="2347" y="40"/>
                      <a:pt x="2269" y="118"/>
                    </a:cubicBezTo>
                    <a:cubicBezTo>
                      <a:pt x="2048" y="339"/>
                      <a:pt x="1733" y="433"/>
                      <a:pt x="1481" y="433"/>
                    </a:cubicBezTo>
                    <a:cubicBezTo>
                      <a:pt x="1197" y="433"/>
                      <a:pt x="882" y="339"/>
                      <a:pt x="693" y="118"/>
                    </a:cubicBezTo>
                    <a:cubicBezTo>
                      <a:pt x="615" y="40"/>
                      <a:pt x="512" y="0"/>
                      <a:pt x="4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49"/>
              <p:cNvSpPr/>
              <p:nvPr/>
            </p:nvSpPr>
            <p:spPr>
              <a:xfrm>
                <a:off x="-57857025" y="2446750"/>
                <a:ext cx="18125" cy="17350"/>
              </a:xfrm>
              <a:custGeom>
                <a:rect b="b" l="l" r="r" t="t"/>
                <a:pathLst>
                  <a:path extrusionOk="0" h="694" w="725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725" y="536"/>
                      <a:pt x="725" y="347"/>
                    </a:cubicBezTo>
                    <a:cubicBezTo>
                      <a:pt x="725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49"/>
              <p:cNvSpPr/>
              <p:nvPr/>
            </p:nvSpPr>
            <p:spPr>
              <a:xfrm>
                <a:off x="-57782200" y="2446750"/>
                <a:ext cx="18125" cy="17350"/>
              </a:xfrm>
              <a:custGeom>
                <a:rect b="b" l="l" r="r" t="t"/>
                <a:pathLst>
                  <a:path extrusionOk="0" h="694" w="725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725" y="536"/>
                      <a:pt x="725" y="347"/>
                    </a:cubicBezTo>
                    <a:cubicBezTo>
                      <a:pt x="725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49"/>
              <p:cNvSpPr/>
              <p:nvPr/>
            </p:nvSpPr>
            <p:spPr>
              <a:xfrm>
                <a:off x="-57950750" y="2296300"/>
                <a:ext cx="279625" cy="316650"/>
              </a:xfrm>
              <a:custGeom>
                <a:rect b="b" l="l" r="r" t="t"/>
                <a:pathLst>
                  <a:path extrusionOk="0" h="12666" w="11185">
                    <a:moveTo>
                      <a:pt x="5639" y="694"/>
                    </a:moveTo>
                    <a:cubicBezTo>
                      <a:pt x="5955" y="694"/>
                      <a:pt x="6270" y="914"/>
                      <a:pt x="6333" y="1230"/>
                    </a:cubicBezTo>
                    <a:cubicBezTo>
                      <a:pt x="6381" y="1399"/>
                      <a:pt x="6523" y="1513"/>
                      <a:pt x="6701" y="1513"/>
                    </a:cubicBezTo>
                    <a:cubicBezTo>
                      <a:pt x="6754" y="1513"/>
                      <a:pt x="6810" y="1503"/>
                      <a:pt x="6868" y="1482"/>
                    </a:cubicBezTo>
                    <a:cubicBezTo>
                      <a:pt x="6931" y="1450"/>
                      <a:pt x="7057" y="1450"/>
                      <a:pt x="7120" y="1450"/>
                    </a:cubicBezTo>
                    <a:cubicBezTo>
                      <a:pt x="7435" y="1450"/>
                      <a:pt x="7719" y="1639"/>
                      <a:pt x="7845" y="1954"/>
                    </a:cubicBezTo>
                    <a:cubicBezTo>
                      <a:pt x="7876" y="2112"/>
                      <a:pt x="8034" y="2206"/>
                      <a:pt x="8191" y="2206"/>
                    </a:cubicBezTo>
                    <a:cubicBezTo>
                      <a:pt x="8632" y="2206"/>
                      <a:pt x="9010" y="2553"/>
                      <a:pt x="9010" y="3025"/>
                    </a:cubicBezTo>
                    <a:lnTo>
                      <a:pt x="9010" y="3970"/>
                    </a:lnTo>
                    <a:lnTo>
                      <a:pt x="8160" y="3088"/>
                    </a:lnTo>
                    <a:cubicBezTo>
                      <a:pt x="8084" y="3032"/>
                      <a:pt x="7986" y="2986"/>
                      <a:pt x="7885" y="2986"/>
                    </a:cubicBezTo>
                    <a:cubicBezTo>
                      <a:pt x="7818" y="2986"/>
                      <a:pt x="7750" y="3006"/>
                      <a:pt x="7687" y="3057"/>
                    </a:cubicBezTo>
                    <a:cubicBezTo>
                      <a:pt x="7073" y="3466"/>
                      <a:pt x="6364" y="3671"/>
                      <a:pt x="5655" y="3671"/>
                    </a:cubicBezTo>
                    <a:cubicBezTo>
                      <a:pt x="4946" y="3671"/>
                      <a:pt x="4237" y="3466"/>
                      <a:pt x="3623" y="3057"/>
                    </a:cubicBezTo>
                    <a:cubicBezTo>
                      <a:pt x="3560" y="3006"/>
                      <a:pt x="3492" y="2986"/>
                      <a:pt x="3425" y="2986"/>
                    </a:cubicBezTo>
                    <a:cubicBezTo>
                      <a:pt x="3324" y="2986"/>
                      <a:pt x="3226" y="3032"/>
                      <a:pt x="3151" y="3088"/>
                    </a:cubicBezTo>
                    <a:lnTo>
                      <a:pt x="2300" y="3970"/>
                    </a:lnTo>
                    <a:cubicBezTo>
                      <a:pt x="2268" y="3293"/>
                      <a:pt x="2253" y="3191"/>
                      <a:pt x="2245" y="3191"/>
                    </a:cubicBezTo>
                    <a:cubicBezTo>
                      <a:pt x="2241" y="3191"/>
                      <a:pt x="2239" y="3210"/>
                      <a:pt x="2238" y="3210"/>
                    </a:cubicBezTo>
                    <a:cubicBezTo>
                      <a:pt x="2237" y="3210"/>
                      <a:pt x="2237" y="3177"/>
                      <a:pt x="2237" y="3025"/>
                    </a:cubicBezTo>
                    <a:cubicBezTo>
                      <a:pt x="2237" y="2584"/>
                      <a:pt x="2615" y="2206"/>
                      <a:pt x="3088" y="2206"/>
                    </a:cubicBezTo>
                    <a:cubicBezTo>
                      <a:pt x="3245" y="2206"/>
                      <a:pt x="3403" y="2080"/>
                      <a:pt x="3434" y="1954"/>
                    </a:cubicBezTo>
                    <a:cubicBezTo>
                      <a:pt x="3560" y="1639"/>
                      <a:pt x="3812" y="1450"/>
                      <a:pt x="4127" y="1450"/>
                    </a:cubicBezTo>
                    <a:cubicBezTo>
                      <a:pt x="4222" y="1450"/>
                      <a:pt x="4348" y="1450"/>
                      <a:pt x="4411" y="1482"/>
                    </a:cubicBezTo>
                    <a:cubicBezTo>
                      <a:pt x="4449" y="1494"/>
                      <a:pt x="4491" y="1501"/>
                      <a:pt x="4532" y="1501"/>
                    </a:cubicBezTo>
                    <a:cubicBezTo>
                      <a:pt x="4695" y="1501"/>
                      <a:pt x="4865" y="1405"/>
                      <a:pt x="4915" y="1230"/>
                    </a:cubicBezTo>
                    <a:cubicBezTo>
                      <a:pt x="5009" y="914"/>
                      <a:pt x="5324" y="694"/>
                      <a:pt x="5639" y="694"/>
                    </a:cubicBezTo>
                    <a:close/>
                    <a:moveTo>
                      <a:pt x="1512" y="5955"/>
                    </a:moveTo>
                    <a:lnTo>
                      <a:pt x="1512" y="7467"/>
                    </a:lnTo>
                    <a:cubicBezTo>
                      <a:pt x="1071" y="7467"/>
                      <a:pt x="756" y="7152"/>
                      <a:pt x="756" y="6711"/>
                    </a:cubicBezTo>
                    <a:cubicBezTo>
                      <a:pt x="756" y="6333"/>
                      <a:pt x="1103" y="5955"/>
                      <a:pt x="1512" y="5955"/>
                    </a:cubicBezTo>
                    <a:close/>
                    <a:moveTo>
                      <a:pt x="9704" y="5955"/>
                    </a:moveTo>
                    <a:cubicBezTo>
                      <a:pt x="10082" y="5955"/>
                      <a:pt x="10428" y="6302"/>
                      <a:pt x="10428" y="6711"/>
                    </a:cubicBezTo>
                    <a:cubicBezTo>
                      <a:pt x="10428" y="7152"/>
                      <a:pt x="10113" y="7467"/>
                      <a:pt x="9704" y="7467"/>
                    </a:cubicBezTo>
                    <a:lnTo>
                      <a:pt x="9704" y="5955"/>
                    </a:lnTo>
                    <a:close/>
                    <a:moveTo>
                      <a:pt x="7813" y="3813"/>
                    </a:moveTo>
                    <a:lnTo>
                      <a:pt x="8979" y="5042"/>
                    </a:lnTo>
                    <a:lnTo>
                      <a:pt x="8979" y="8224"/>
                    </a:lnTo>
                    <a:lnTo>
                      <a:pt x="7971" y="8224"/>
                    </a:lnTo>
                    <a:cubicBezTo>
                      <a:pt x="7230" y="7767"/>
                      <a:pt x="6411" y="7538"/>
                      <a:pt x="5600" y="7538"/>
                    </a:cubicBezTo>
                    <a:cubicBezTo>
                      <a:pt x="4789" y="7538"/>
                      <a:pt x="3985" y="7767"/>
                      <a:pt x="3277" y="8224"/>
                    </a:cubicBezTo>
                    <a:lnTo>
                      <a:pt x="2237" y="8224"/>
                    </a:lnTo>
                    <a:lnTo>
                      <a:pt x="2237" y="5042"/>
                    </a:lnTo>
                    <a:lnTo>
                      <a:pt x="3434" y="3813"/>
                    </a:lnTo>
                    <a:cubicBezTo>
                      <a:pt x="4096" y="4207"/>
                      <a:pt x="4844" y="4404"/>
                      <a:pt x="5600" y="4404"/>
                    </a:cubicBezTo>
                    <a:cubicBezTo>
                      <a:pt x="6356" y="4404"/>
                      <a:pt x="7120" y="4207"/>
                      <a:pt x="7813" y="3813"/>
                    </a:cubicBezTo>
                    <a:close/>
                    <a:moveTo>
                      <a:pt x="5576" y="8302"/>
                    </a:moveTo>
                    <a:cubicBezTo>
                      <a:pt x="6285" y="8302"/>
                      <a:pt x="6994" y="8507"/>
                      <a:pt x="7593" y="8917"/>
                    </a:cubicBezTo>
                    <a:cubicBezTo>
                      <a:pt x="7687" y="8980"/>
                      <a:pt x="7719" y="8980"/>
                      <a:pt x="7813" y="8980"/>
                    </a:cubicBezTo>
                    <a:lnTo>
                      <a:pt x="8916" y="8980"/>
                    </a:lnTo>
                    <a:cubicBezTo>
                      <a:pt x="8758" y="10649"/>
                      <a:pt x="7341" y="11973"/>
                      <a:pt x="5608" y="11973"/>
                    </a:cubicBezTo>
                    <a:cubicBezTo>
                      <a:pt x="3875" y="11973"/>
                      <a:pt x="2457" y="10649"/>
                      <a:pt x="2237" y="8980"/>
                    </a:cubicBezTo>
                    <a:lnTo>
                      <a:pt x="3340" y="8980"/>
                    </a:lnTo>
                    <a:cubicBezTo>
                      <a:pt x="3434" y="8980"/>
                      <a:pt x="3466" y="8980"/>
                      <a:pt x="3560" y="8917"/>
                    </a:cubicBezTo>
                    <a:cubicBezTo>
                      <a:pt x="4159" y="8507"/>
                      <a:pt x="4868" y="8302"/>
                      <a:pt x="5576" y="8302"/>
                    </a:cubicBezTo>
                    <a:close/>
                    <a:moveTo>
                      <a:pt x="5608" y="1"/>
                    </a:moveTo>
                    <a:cubicBezTo>
                      <a:pt x="5041" y="1"/>
                      <a:pt x="4568" y="316"/>
                      <a:pt x="4285" y="725"/>
                    </a:cubicBezTo>
                    <a:cubicBezTo>
                      <a:pt x="4231" y="720"/>
                      <a:pt x="4178" y="717"/>
                      <a:pt x="4125" y="717"/>
                    </a:cubicBezTo>
                    <a:cubicBezTo>
                      <a:pt x="3560" y="717"/>
                      <a:pt x="3063" y="1020"/>
                      <a:pt x="2804" y="1482"/>
                    </a:cubicBezTo>
                    <a:cubicBezTo>
                      <a:pt x="2048" y="1608"/>
                      <a:pt x="1512" y="2238"/>
                      <a:pt x="1512" y="3025"/>
                    </a:cubicBezTo>
                    <a:lnTo>
                      <a:pt x="1512" y="5231"/>
                    </a:lnTo>
                    <a:cubicBezTo>
                      <a:pt x="662" y="5231"/>
                      <a:pt x="0" y="5892"/>
                      <a:pt x="0" y="6711"/>
                    </a:cubicBezTo>
                    <a:cubicBezTo>
                      <a:pt x="0" y="7562"/>
                      <a:pt x="662" y="8224"/>
                      <a:pt x="1512" y="8224"/>
                    </a:cubicBezTo>
                    <a:lnTo>
                      <a:pt x="1512" y="8570"/>
                    </a:lnTo>
                    <a:cubicBezTo>
                      <a:pt x="1512" y="10807"/>
                      <a:pt x="3340" y="12666"/>
                      <a:pt x="5608" y="12666"/>
                    </a:cubicBezTo>
                    <a:cubicBezTo>
                      <a:pt x="7845" y="12666"/>
                      <a:pt x="9704" y="10807"/>
                      <a:pt x="9704" y="8570"/>
                    </a:cubicBezTo>
                    <a:lnTo>
                      <a:pt x="9704" y="8224"/>
                    </a:lnTo>
                    <a:cubicBezTo>
                      <a:pt x="10523" y="8224"/>
                      <a:pt x="11184" y="7562"/>
                      <a:pt x="11184" y="6711"/>
                    </a:cubicBezTo>
                    <a:cubicBezTo>
                      <a:pt x="11184" y="5892"/>
                      <a:pt x="10523" y="5231"/>
                      <a:pt x="9704" y="5231"/>
                    </a:cubicBezTo>
                    <a:lnTo>
                      <a:pt x="9704" y="3025"/>
                    </a:lnTo>
                    <a:cubicBezTo>
                      <a:pt x="9704" y="2238"/>
                      <a:pt x="9137" y="1608"/>
                      <a:pt x="8380" y="1482"/>
                    </a:cubicBezTo>
                    <a:cubicBezTo>
                      <a:pt x="8150" y="1020"/>
                      <a:pt x="7629" y="717"/>
                      <a:pt x="7060" y="717"/>
                    </a:cubicBezTo>
                    <a:cubicBezTo>
                      <a:pt x="7007" y="717"/>
                      <a:pt x="6953" y="720"/>
                      <a:pt x="6900" y="725"/>
                    </a:cubicBezTo>
                    <a:cubicBezTo>
                      <a:pt x="6616" y="253"/>
                      <a:pt x="6144" y="1"/>
                      <a:pt x="56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0" name="Google Shape;680;p49"/>
          <p:cNvGrpSpPr/>
          <p:nvPr/>
        </p:nvGrpSpPr>
        <p:grpSpPr>
          <a:xfrm>
            <a:off x="4968759" y="1898087"/>
            <a:ext cx="662041" cy="727435"/>
            <a:chOff x="5074883" y="1898087"/>
            <a:chExt cx="662041" cy="727435"/>
          </a:xfrm>
        </p:grpSpPr>
        <p:sp>
          <p:nvSpPr>
            <p:cNvPr id="681" name="Google Shape;681;p49"/>
            <p:cNvSpPr/>
            <p:nvPr/>
          </p:nvSpPr>
          <p:spPr>
            <a:xfrm rot="10800000">
              <a:off x="5074883" y="1898087"/>
              <a:ext cx="662041" cy="727435"/>
            </a:xfrm>
            <a:custGeom>
              <a:rect b="b" l="l" r="r" t="t"/>
              <a:pathLst>
                <a:path extrusionOk="0" h="22743" w="14910">
                  <a:moveTo>
                    <a:pt x="7449" y="0"/>
                  </a:moveTo>
                  <a:cubicBezTo>
                    <a:pt x="7363" y="0"/>
                    <a:pt x="7277" y="40"/>
                    <a:pt x="7219" y="121"/>
                  </a:cubicBezTo>
                  <a:lnTo>
                    <a:pt x="4981" y="3220"/>
                  </a:lnTo>
                  <a:lnTo>
                    <a:pt x="1079" y="3220"/>
                  </a:lnTo>
                  <a:cubicBezTo>
                    <a:pt x="482" y="3220"/>
                    <a:pt x="0" y="3702"/>
                    <a:pt x="0" y="4298"/>
                  </a:cubicBezTo>
                  <a:lnTo>
                    <a:pt x="0" y="21652"/>
                  </a:lnTo>
                  <a:cubicBezTo>
                    <a:pt x="0" y="22249"/>
                    <a:pt x="482" y="22742"/>
                    <a:pt x="1079" y="22742"/>
                  </a:cubicBezTo>
                  <a:lnTo>
                    <a:pt x="13830" y="22742"/>
                  </a:lnTo>
                  <a:cubicBezTo>
                    <a:pt x="14427" y="22742"/>
                    <a:pt x="14909" y="22249"/>
                    <a:pt x="14909" y="21652"/>
                  </a:cubicBezTo>
                  <a:lnTo>
                    <a:pt x="14909" y="4298"/>
                  </a:lnTo>
                  <a:cubicBezTo>
                    <a:pt x="14909" y="3708"/>
                    <a:pt x="14438" y="3219"/>
                    <a:pt x="13851" y="3219"/>
                  </a:cubicBezTo>
                  <a:cubicBezTo>
                    <a:pt x="13844" y="3219"/>
                    <a:pt x="13837" y="3219"/>
                    <a:pt x="13830" y="3220"/>
                  </a:cubicBezTo>
                  <a:lnTo>
                    <a:pt x="9916" y="3220"/>
                  </a:lnTo>
                  <a:lnTo>
                    <a:pt x="7678" y="121"/>
                  </a:lnTo>
                  <a:cubicBezTo>
                    <a:pt x="7621" y="40"/>
                    <a:pt x="7535" y="0"/>
                    <a:pt x="7449" y="0"/>
                  </a:cubicBezTo>
                  <a:close/>
                </a:path>
              </a:pathLst>
            </a:custGeom>
            <a:solidFill>
              <a:srgbClr val="000000">
                <a:alpha val="64480"/>
              </a:srgbClr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2" name="Google Shape;682;p49"/>
            <p:cNvGrpSpPr/>
            <p:nvPr/>
          </p:nvGrpSpPr>
          <p:grpSpPr>
            <a:xfrm>
              <a:off x="5224902" y="2005065"/>
              <a:ext cx="361998" cy="361090"/>
              <a:chOff x="-57578225" y="1904075"/>
              <a:chExt cx="319025" cy="318225"/>
            </a:xfrm>
          </p:grpSpPr>
          <p:sp>
            <p:nvSpPr>
              <p:cNvPr id="683" name="Google Shape;683;p49"/>
              <p:cNvSpPr/>
              <p:nvPr/>
            </p:nvSpPr>
            <p:spPr>
              <a:xfrm>
                <a:off x="-57578225" y="1904075"/>
                <a:ext cx="319025" cy="318225"/>
              </a:xfrm>
              <a:custGeom>
                <a:rect b="b" l="l" r="r" t="t"/>
                <a:pathLst>
                  <a:path extrusionOk="0" h="12729" w="12761">
                    <a:moveTo>
                      <a:pt x="4601" y="1418"/>
                    </a:moveTo>
                    <a:cubicBezTo>
                      <a:pt x="4632" y="1702"/>
                      <a:pt x="4727" y="1922"/>
                      <a:pt x="4790" y="2206"/>
                    </a:cubicBezTo>
                    <a:cubicBezTo>
                      <a:pt x="3687" y="2962"/>
                      <a:pt x="2994" y="4254"/>
                      <a:pt x="2994" y="5640"/>
                    </a:cubicBezTo>
                    <a:lnTo>
                      <a:pt x="2994" y="5986"/>
                    </a:lnTo>
                    <a:cubicBezTo>
                      <a:pt x="2710" y="5986"/>
                      <a:pt x="2458" y="6081"/>
                      <a:pt x="2238" y="6175"/>
                    </a:cubicBezTo>
                    <a:lnTo>
                      <a:pt x="2238" y="5608"/>
                    </a:lnTo>
                    <a:cubicBezTo>
                      <a:pt x="2238" y="3876"/>
                      <a:pt x="3183" y="2300"/>
                      <a:pt x="4601" y="1418"/>
                    </a:cubicBezTo>
                    <a:close/>
                    <a:moveTo>
                      <a:pt x="7121" y="757"/>
                    </a:moveTo>
                    <a:cubicBezTo>
                      <a:pt x="9799" y="757"/>
                      <a:pt x="12004" y="2930"/>
                      <a:pt x="12004" y="5640"/>
                    </a:cubicBezTo>
                    <a:lnTo>
                      <a:pt x="12004" y="6238"/>
                    </a:lnTo>
                    <a:cubicBezTo>
                      <a:pt x="11752" y="6112"/>
                      <a:pt x="11532" y="6018"/>
                      <a:pt x="11248" y="6018"/>
                    </a:cubicBezTo>
                    <a:lnTo>
                      <a:pt x="10902" y="6018"/>
                    </a:lnTo>
                    <a:cubicBezTo>
                      <a:pt x="8098" y="6018"/>
                      <a:pt x="5703" y="3907"/>
                      <a:pt x="5325" y="1103"/>
                    </a:cubicBezTo>
                    <a:cubicBezTo>
                      <a:pt x="5861" y="883"/>
                      <a:pt x="6491" y="757"/>
                      <a:pt x="7121" y="757"/>
                    </a:cubicBezTo>
                    <a:close/>
                    <a:moveTo>
                      <a:pt x="2994" y="6742"/>
                    </a:moveTo>
                    <a:lnTo>
                      <a:pt x="2994" y="8223"/>
                    </a:lnTo>
                    <a:cubicBezTo>
                      <a:pt x="2616" y="8223"/>
                      <a:pt x="2238" y="7971"/>
                      <a:pt x="2238" y="7436"/>
                    </a:cubicBezTo>
                    <a:cubicBezTo>
                      <a:pt x="2269" y="7058"/>
                      <a:pt x="2584" y="6742"/>
                      <a:pt x="2994" y="6742"/>
                    </a:cubicBezTo>
                    <a:close/>
                    <a:moveTo>
                      <a:pt x="11248" y="6742"/>
                    </a:moveTo>
                    <a:cubicBezTo>
                      <a:pt x="11658" y="6742"/>
                      <a:pt x="12004" y="7058"/>
                      <a:pt x="12004" y="7499"/>
                    </a:cubicBezTo>
                    <a:cubicBezTo>
                      <a:pt x="12004" y="7908"/>
                      <a:pt x="11658" y="8223"/>
                      <a:pt x="11248" y="8223"/>
                    </a:cubicBezTo>
                    <a:lnTo>
                      <a:pt x="11248" y="6742"/>
                    </a:lnTo>
                    <a:close/>
                    <a:moveTo>
                      <a:pt x="1828" y="8444"/>
                    </a:moveTo>
                    <a:cubicBezTo>
                      <a:pt x="2112" y="8790"/>
                      <a:pt x="2553" y="8979"/>
                      <a:pt x="3025" y="8979"/>
                    </a:cubicBezTo>
                    <a:cubicBezTo>
                      <a:pt x="3088" y="9830"/>
                      <a:pt x="3466" y="10681"/>
                      <a:pt x="4034" y="11311"/>
                    </a:cubicBezTo>
                    <a:cubicBezTo>
                      <a:pt x="3656" y="11752"/>
                      <a:pt x="3183" y="11972"/>
                      <a:pt x="2616" y="11972"/>
                    </a:cubicBezTo>
                    <a:cubicBezTo>
                      <a:pt x="1608" y="11972"/>
                      <a:pt x="789" y="11153"/>
                      <a:pt x="789" y="10113"/>
                    </a:cubicBezTo>
                    <a:cubicBezTo>
                      <a:pt x="789" y="9420"/>
                      <a:pt x="1198" y="8759"/>
                      <a:pt x="1828" y="8444"/>
                    </a:cubicBezTo>
                    <a:close/>
                    <a:moveTo>
                      <a:pt x="5042" y="2962"/>
                    </a:moveTo>
                    <a:cubicBezTo>
                      <a:pt x="5987" y="5073"/>
                      <a:pt x="8066" y="6616"/>
                      <a:pt x="10461" y="6774"/>
                    </a:cubicBezTo>
                    <a:lnTo>
                      <a:pt x="10461" y="8664"/>
                    </a:lnTo>
                    <a:cubicBezTo>
                      <a:pt x="10492" y="10492"/>
                      <a:pt x="8980" y="11972"/>
                      <a:pt x="7121" y="11972"/>
                    </a:cubicBezTo>
                    <a:cubicBezTo>
                      <a:pt x="5262" y="11972"/>
                      <a:pt x="3719" y="10460"/>
                      <a:pt x="3719" y="8633"/>
                    </a:cubicBezTo>
                    <a:lnTo>
                      <a:pt x="3719" y="5640"/>
                    </a:lnTo>
                    <a:cubicBezTo>
                      <a:pt x="3719" y="4600"/>
                      <a:pt x="4254" y="3592"/>
                      <a:pt x="5042" y="2962"/>
                    </a:cubicBezTo>
                    <a:close/>
                    <a:moveTo>
                      <a:pt x="7121" y="0"/>
                    </a:moveTo>
                    <a:cubicBezTo>
                      <a:pt x="5577" y="0"/>
                      <a:pt x="4191" y="631"/>
                      <a:pt x="3151" y="1670"/>
                    </a:cubicBezTo>
                    <a:cubicBezTo>
                      <a:pt x="2080" y="2710"/>
                      <a:pt x="1482" y="4128"/>
                      <a:pt x="1482" y="5640"/>
                    </a:cubicBezTo>
                    <a:lnTo>
                      <a:pt x="1482" y="7751"/>
                    </a:lnTo>
                    <a:cubicBezTo>
                      <a:pt x="568" y="8192"/>
                      <a:pt x="1" y="9105"/>
                      <a:pt x="1" y="10113"/>
                    </a:cubicBezTo>
                    <a:cubicBezTo>
                      <a:pt x="1" y="11594"/>
                      <a:pt x="1167" y="12728"/>
                      <a:pt x="2584" y="12728"/>
                    </a:cubicBezTo>
                    <a:cubicBezTo>
                      <a:pt x="3340" y="12728"/>
                      <a:pt x="4034" y="12413"/>
                      <a:pt x="4569" y="11846"/>
                    </a:cubicBezTo>
                    <a:cubicBezTo>
                      <a:pt x="5262" y="12413"/>
                      <a:pt x="6176" y="12728"/>
                      <a:pt x="7121" y="12728"/>
                    </a:cubicBezTo>
                    <a:cubicBezTo>
                      <a:pt x="8224" y="12728"/>
                      <a:pt x="9232" y="12287"/>
                      <a:pt x="10020" y="11500"/>
                    </a:cubicBezTo>
                    <a:cubicBezTo>
                      <a:pt x="10744" y="10838"/>
                      <a:pt x="11122" y="9924"/>
                      <a:pt x="11217" y="8979"/>
                    </a:cubicBezTo>
                    <a:cubicBezTo>
                      <a:pt x="12036" y="8979"/>
                      <a:pt x="12697" y="8318"/>
                      <a:pt x="12697" y="7499"/>
                    </a:cubicBezTo>
                    <a:lnTo>
                      <a:pt x="12697" y="5640"/>
                    </a:lnTo>
                    <a:cubicBezTo>
                      <a:pt x="12760" y="4128"/>
                      <a:pt x="12162" y="2710"/>
                      <a:pt x="11091" y="1670"/>
                    </a:cubicBezTo>
                    <a:cubicBezTo>
                      <a:pt x="10020" y="599"/>
                      <a:pt x="8602" y="0"/>
                      <a:pt x="71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49"/>
              <p:cNvSpPr/>
              <p:nvPr/>
            </p:nvSpPr>
            <p:spPr>
              <a:xfrm>
                <a:off x="-57446675" y="2073400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47" y="1"/>
                    </a:moveTo>
                    <a:cubicBezTo>
                      <a:pt x="158" y="1"/>
                      <a:pt x="0" y="158"/>
                      <a:pt x="0" y="348"/>
                    </a:cubicBezTo>
                    <a:cubicBezTo>
                      <a:pt x="0" y="568"/>
                      <a:pt x="158" y="726"/>
                      <a:pt x="347" y="726"/>
                    </a:cubicBezTo>
                    <a:cubicBezTo>
                      <a:pt x="567" y="726"/>
                      <a:pt x="725" y="568"/>
                      <a:pt x="725" y="348"/>
                    </a:cubicBezTo>
                    <a:cubicBezTo>
                      <a:pt x="725" y="158"/>
                      <a:pt x="567" y="1"/>
                      <a:pt x="3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49"/>
              <p:cNvSpPr/>
              <p:nvPr/>
            </p:nvSpPr>
            <p:spPr>
              <a:xfrm>
                <a:off x="-57371850" y="2073400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47" y="1"/>
                    </a:moveTo>
                    <a:cubicBezTo>
                      <a:pt x="158" y="1"/>
                      <a:pt x="0" y="158"/>
                      <a:pt x="0" y="348"/>
                    </a:cubicBezTo>
                    <a:cubicBezTo>
                      <a:pt x="0" y="537"/>
                      <a:pt x="158" y="726"/>
                      <a:pt x="347" y="726"/>
                    </a:cubicBezTo>
                    <a:cubicBezTo>
                      <a:pt x="567" y="726"/>
                      <a:pt x="725" y="537"/>
                      <a:pt x="725" y="348"/>
                    </a:cubicBezTo>
                    <a:cubicBezTo>
                      <a:pt x="725" y="158"/>
                      <a:pt x="567" y="1"/>
                      <a:pt x="3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49"/>
              <p:cNvSpPr/>
              <p:nvPr/>
            </p:nvSpPr>
            <p:spPr>
              <a:xfrm>
                <a:off x="-57436450" y="2136625"/>
                <a:ext cx="72500" cy="29750"/>
              </a:xfrm>
              <a:custGeom>
                <a:rect b="b" l="l" r="r" t="t"/>
                <a:pathLst>
                  <a:path extrusionOk="0" h="1190" w="2900">
                    <a:moveTo>
                      <a:pt x="387" y="0"/>
                    </a:moveTo>
                    <a:cubicBezTo>
                      <a:pt x="292" y="0"/>
                      <a:pt x="206" y="40"/>
                      <a:pt x="158" y="118"/>
                    </a:cubicBezTo>
                    <a:cubicBezTo>
                      <a:pt x="1" y="276"/>
                      <a:pt x="1" y="496"/>
                      <a:pt x="158" y="622"/>
                    </a:cubicBezTo>
                    <a:cubicBezTo>
                      <a:pt x="505" y="969"/>
                      <a:pt x="977" y="1190"/>
                      <a:pt x="1450" y="1190"/>
                    </a:cubicBezTo>
                    <a:cubicBezTo>
                      <a:pt x="1923" y="1190"/>
                      <a:pt x="2427" y="969"/>
                      <a:pt x="2742" y="622"/>
                    </a:cubicBezTo>
                    <a:cubicBezTo>
                      <a:pt x="2899" y="465"/>
                      <a:pt x="2899" y="244"/>
                      <a:pt x="2742" y="118"/>
                    </a:cubicBezTo>
                    <a:cubicBezTo>
                      <a:pt x="2679" y="40"/>
                      <a:pt x="2592" y="0"/>
                      <a:pt x="2502" y="0"/>
                    </a:cubicBezTo>
                    <a:cubicBezTo>
                      <a:pt x="2411" y="0"/>
                      <a:pt x="2316" y="40"/>
                      <a:pt x="2238" y="118"/>
                    </a:cubicBezTo>
                    <a:cubicBezTo>
                      <a:pt x="2049" y="307"/>
                      <a:pt x="1734" y="433"/>
                      <a:pt x="1450" y="433"/>
                    </a:cubicBezTo>
                    <a:cubicBezTo>
                      <a:pt x="1167" y="433"/>
                      <a:pt x="851" y="307"/>
                      <a:pt x="662" y="118"/>
                    </a:cubicBezTo>
                    <a:cubicBezTo>
                      <a:pt x="584" y="40"/>
                      <a:pt x="481" y="0"/>
                      <a:pt x="3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87" name="Google Shape;687;p49"/>
          <p:cNvSpPr txBox="1"/>
          <p:nvPr>
            <p:ph idx="3" type="subTitle"/>
          </p:nvPr>
        </p:nvSpPr>
        <p:spPr>
          <a:xfrm>
            <a:off x="3824425" y="2661425"/>
            <a:ext cx="1912500" cy="48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James</a:t>
            </a:r>
            <a:endParaRPr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688" name="Google Shape;688;p49"/>
          <p:cNvSpPr txBox="1"/>
          <p:nvPr>
            <p:ph idx="4" type="subTitle"/>
          </p:nvPr>
        </p:nvSpPr>
        <p:spPr>
          <a:xfrm>
            <a:off x="6581900" y="2661425"/>
            <a:ext cx="1912500" cy="48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Patterson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50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694" name="Google Shape;694;p50"/>
          <p:cNvSpPr txBox="1"/>
          <p:nvPr>
            <p:ph idx="2" type="title"/>
          </p:nvPr>
        </p:nvSpPr>
        <p:spPr>
          <a:xfrm>
            <a:off x="837425" y="2784498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695" name="Google Shape;695;p50"/>
          <p:cNvSpPr txBox="1"/>
          <p:nvPr>
            <p:ph idx="1" type="subTitle"/>
          </p:nvPr>
        </p:nvSpPr>
        <p:spPr>
          <a:xfrm>
            <a:off x="837425" y="3097574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Mercury is the closest planet to the Sun and the smallest one</a:t>
            </a:r>
            <a:endParaRPr/>
          </a:p>
        </p:txBody>
      </p:sp>
      <p:sp>
        <p:nvSpPr>
          <p:cNvPr id="696" name="Google Shape;696;p50"/>
          <p:cNvSpPr txBox="1"/>
          <p:nvPr>
            <p:ph idx="3" type="title"/>
          </p:nvPr>
        </p:nvSpPr>
        <p:spPr>
          <a:xfrm>
            <a:off x="3528830" y="2784496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697" name="Google Shape;697;p50"/>
          <p:cNvSpPr txBox="1"/>
          <p:nvPr>
            <p:ph idx="4" type="subTitle"/>
          </p:nvPr>
        </p:nvSpPr>
        <p:spPr>
          <a:xfrm>
            <a:off x="3528827" y="3097571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Venus has a beautiful name and is the second planet from the Sun</a:t>
            </a:r>
            <a:endParaRPr/>
          </a:p>
        </p:txBody>
      </p:sp>
      <p:sp>
        <p:nvSpPr>
          <p:cNvPr id="698" name="Google Shape;698;p50"/>
          <p:cNvSpPr txBox="1"/>
          <p:nvPr>
            <p:ph idx="5" type="title"/>
          </p:nvPr>
        </p:nvSpPr>
        <p:spPr>
          <a:xfrm>
            <a:off x="6220233" y="2784475"/>
            <a:ext cx="2091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699" name="Google Shape;699;p50"/>
          <p:cNvSpPr txBox="1"/>
          <p:nvPr>
            <p:ph idx="6" type="subTitle"/>
          </p:nvPr>
        </p:nvSpPr>
        <p:spPr>
          <a:xfrm>
            <a:off x="6220227" y="3097537"/>
            <a:ext cx="209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Despite being red, Mars is a cold place. The planet is full of iron oxide dust</a:t>
            </a:r>
            <a:endParaRPr/>
          </a:p>
        </p:txBody>
      </p:sp>
      <p:sp>
        <p:nvSpPr>
          <p:cNvPr id="700" name="Google Shape;700;p50"/>
          <p:cNvSpPr/>
          <p:nvPr/>
        </p:nvSpPr>
        <p:spPr>
          <a:xfrm rot="10800000">
            <a:off x="1551910" y="1964052"/>
            <a:ext cx="662041" cy="727435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50"/>
          <p:cNvSpPr/>
          <p:nvPr/>
        </p:nvSpPr>
        <p:spPr>
          <a:xfrm rot="10800000">
            <a:off x="4240980" y="1964052"/>
            <a:ext cx="662041" cy="727435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50"/>
          <p:cNvSpPr/>
          <p:nvPr/>
        </p:nvSpPr>
        <p:spPr>
          <a:xfrm rot="10800000">
            <a:off x="6930047" y="1964052"/>
            <a:ext cx="662041" cy="727435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000000">
              <a:alpha val="64480"/>
            </a:srgbClr>
          </a:solidFill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" name="Google Shape;703;p50"/>
          <p:cNvGrpSpPr/>
          <p:nvPr/>
        </p:nvGrpSpPr>
        <p:grpSpPr>
          <a:xfrm>
            <a:off x="4392972" y="2075926"/>
            <a:ext cx="358056" cy="369913"/>
            <a:chOff x="-62148000" y="1930075"/>
            <a:chExt cx="309550" cy="319800"/>
          </a:xfrm>
        </p:grpSpPr>
        <p:sp>
          <p:nvSpPr>
            <p:cNvPr id="704" name="Google Shape;704;p5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" name="Google Shape;706;p50"/>
          <p:cNvGrpSpPr/>
          <p:nvPr/>
        </p:nvGrpSpPr>
        <p:grpSpPr>
          <a:xfrm>
            <a:off x="7073281" y="2073862"/>
            <a:ext cx="375591" cy="374060"/>
            <a:chOff x="-42062025" y="2316000"/>
            <a:chExt cx="319000" cy="317700"/>
          </a:xfrm>
        </p:grpSpPr>
        <p:sp>
          <p:nvSpPr>
            <p:cNvPr id="707" name="Google Shape;707;p5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" name="Google Shape;709;p50"/>
          <p:cNvGrpSpPr/>
          <p:nvPr/>
        </p:nvGrpSpPr>
        <p:grpSpPr>
          <a:xfrm>
            <a:off x="1730702" y="2090094"/>
            <a:ext cx="340034" cy="341579"/>
            <a:chOff x="-12199250" y="2530225"/>
            <a:chExt cx="352075" cy="353675"/>
          </a:xfrm>
        </p:grpSpPr>
        <p:sp>
          <p:nvSpPr>
            <p:cNvPr id="710" name="Google Shape;710;p5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7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5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719" name="Google Shape;719;p51"/>
          <p:cNvSpPr txBox="1"/>
          <p:nvPr>
            <p:ph idx="5" type="title"/>
          </p:nvPr>
        </p:nvSpPr>
        <p:spPr>
          <a:xfrm>
            <a:off x="5915512" y="3402543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Jane Patterson</a:t>
            </a:r>
            <a:endParaRPr/>
          </a:p>
        </p:txBody>
      </p:sp>
      <p:sp>
        <p:nvSpPr>
          <p:cNvPr id="720" name="Google Shape;720;p51"/>
          <p:cNvSpPr txBox="1"/>
          <p:nvPr>
            <p:ph idx="3" type="title"/>
          </p:nvPr>
        </p:nvSpPr>
        <p:spPr>
          <a:xfrm>
            <a:off x="3579462" y="3402543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James</a:t>
            </a:r>
            <a:endParaRPr/>
          </a:p>
        </p:txBody>
      </p:sp>
      <p:sp>
        <p:nvSpPr>
          <p:cNvPr id="721" name="Google Shape;721;p51"/>
          <p:cNvSpPr txBox="1"/>
          <p:nvPr>
            <p:ph idx="6" type="subTitle"/>
          </p:nvPr>
        </p:nvSpPr>
        <p:spPr>
          <a:xfrm>
            <a:off x="5915512" y="376823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one</a:t>
            </a:r>
            <a:endParaRPr/>
          </a:p>
        </p:txBody>
      </p:sp>
      <p:pic>
        <p:nvPicPr>
          <p:cNvPr id="722" name="Google Shape;722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086875" y="1748713"/>
            <a:ext cx="1639576" cy="1639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723" name="Google Shape;723;p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750813" y="1748700"/>
            <a:ext cx="1639576" cy="1639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724" name="Google Shape;724;p5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417550" y="1750100"/>
            <a:ext cx="1636776" cy="1636776"/>
          </a:xfrm>
          <a:prstGeom prst="rect">
            <a:avLst/>
          </a:prstGeom>
          <a:noFill/>
          <a:ln>
            <a:noFill/>
          </a:ln>
        </p:spPr>
      </p:pic>
      <p:sp>
        <p:nvSpPr>
          <p:cNvPr id="725" name="Google Shape;725;p51"/>
          <p:cNvSpPr txBox="1"/>
          <p:nvPr>
            <p:ph idx="2" type="title"/>
          </p:nvPr>
        </p:nvSpPr>
        <p:spPr>
          <a:xfrm>
            <a:off x="1243399" y="3402543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Jenna Doe</a:t>
            </a:r>
            <a:endParaRPr/>
          </a:p>
        </p:txBody>
      </p:sp>
      <p:sp>
        <p:nvSpPr>
          <p:cNvPr id="726" name="Google Shape;726;p51"/>
          <p:cNvSpPr txBox="1"/>
          <p:nvPr>
            <p:ph idx="1" type="subTitle"/>
          </p:nvPr>
        </p:nvSpPr>
        <p:spPr>
          <a:xfrm>
            <a:off x="1243399" y="376823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one</a:t>
            </a:r>
            <a:endParaRPr/>
          </a:p>
        </p:txBody>
      </p:sp>
      <p:sp>
        <p:nvSpPr>
          <p:cNvPr id="727" name="Google Shape;727;p51"/>
          <p:cNvSpPr txBox="1"/>
          <p:nvPr>
            <p:ph idx="4" type="subTitle"/>
          </p:nvPr>
        </p:nvSpPr>
        <p:spPr>
          <a:xfrm>
            <a:off x="3579462" y="3768237"/>
            <a:ext cx="19851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one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2" name="Google Shape;732;p52"/>
          <p:cNvPicPr preferRelativeResize="0"/>
          <p:nvPr/>
        </p:nvPicPr>
        <p:blipFill rotWithShape="1">
          <a:blip r:embed="rId3">
            <a:alphaModFix/>
          </a:blip>
          <a:srcRect b="42733" l="0" r="0" t="0"/>
          <a:stretch/>
        </p:blipFill>
        <p:spPr>
          <a:xfrm>
            <a:off x="909297" y="3074327"/>
            <a:ext cx="1825608" cy="13382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33" name="Google Shape;733;p5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78267" y="2249831"/>
            <a:ext cx="2814572" cy="1598402"/>
          </a:xfrm>
          <a:prstGeom prst="rect">
            <a:avLst/>
          </a:prstGeom>
          <a:noFill/>
          <a:ln>
            <a:noFill/>
          </a:ln>
        </p:spPr>
      </p:pic>
      <p:sp>
        <p:nvSpPr>
          <p:cNvPr id="734" name="Google Shape;734;p5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Media</a:t>
            </a:r>
            <a:endParaRPr/>
          </a:p>
        </p:txBody>
      </p:sp>
      <p:grpSp>
        <p:nvGrpSpPr>
          <p:cNvPr id="735" name="Google Shape;735;p52"/>
          <p:cNvGrpSpPr/>
          <p:nvPr/>
        </p:nvGrpSpPr>
        <p:grpSpPr>
          <a:xfrm>
            <a:off x="3044587" y="2132861"/>
            <a:ext cx="3078751" cy="2450359"/>
            <a:chOff x="5291700" y="2019600"/>
            <a:chExt cx="2083475" cy="1658225"/>
          </a:xfrm>
        </p:grpSpPr>
        <p:sp>
          <p:nvSpPr>
            <p:cNvPr id="736" name="Google Shape;736;p52"/>
            <p:cNvSpPr/>
            <p:nvPr/>
          </p:nvSpPr>
          <p:spPr>
            <a:xfrm>
              <a:off x="6020400" y="3664900"/>
              <a:ext cx="641550" cy="9825"/>
            </a:xfrm>
            <a:custGeom>
              <a:rect b="b" l="l" r="r" t="t"/>
              <a:pathLst>
                <a:path extrusionOk="0" h="393" w="25662">
                  <a:moveTo>
                    <a:pt x="1" y="0"/>
                  </a:moveTo>
                  <a:lnTo>
                    <a:pt x="1" y="41"/>
                  </a:lnTo>
                  <a:cubicBezTo>
                    <a:pt x="1" y="269"/>
                    <a:pt x="785" y="392"/>
                    <a:pt x="2808" y="392"/>
                  </a:cubicBezTo>
                  <a:lnTo>
                    <a:pt x="22915" y="392"/>
                  </a:lnTo>
                  <a:cubicBezTo>
                    <a:pt x="24959" y="392"/>
                    <a:pt x="25661" y="248"/>
                    <a:pt x="25661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chemeClr val="accent3"/>
              </a:solidFill>
              <a:prstDash val="solid"/>
              <a:miter lim="2064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2"/>
            <p:cNvSpPr/>
            <p:nvPr/>
          </p:nvSpPr>
          <p:spPr>
            <a:xfrm>
              <a:off x="5963650" y="3445550"/>
              <a:ext cx="754550" cy="232275"/>
            </a:xfrm>
            <a:custGeom>
              <a:rect b="b" l="l" r="r" t="t"/>
              <a:pathLst>
                <a:path extrusionOk="0" fill="none" h="9291" w="30182">
                  <a:moveTo>
                    <a:pt x="25495" y="5843"/>
                  </a:moveTo>
                  <a:cubicBezTo>
                    <a:pt x="23678" y="4006"/>
                    <a:pt x="23617" y="1"/>
                    <a:pt x="23617" y="1"/>
                  </a:cubicBezTo>
                  <a:lnTo>
                    <a:pt x="6585" y="1"/>
                  </a:lnTo>
                  <a:cubicBezTo>
                    <a:pt x="6585" y="1"/>
                    <a:pt x="6503" y="3985"/>
                    <a:pt x="4686" y="5843"/>
                  </a:cubicBezTo>
                  <a:cubicBezTo>
                    <a:pt x="2849" y="7701"/>
                    <a:pt x="0" y="9290"/>
                    <a:pt x="4955" y="9290"/>
                  </a:cubicBezTo>
                  <a:lnTo>
                    <a:pt x="25227" y="9290"/>
                  </a:lnTo>
                  <a:cubicBezTo>
                    <a:pt x="30181" y="9290"/>
                    <a:pt x="27332" y="7701"/>
                    <a:pt x="25495" y="584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3"/>
              </a:solidFill>
              <a:prstDash val="solid"/>
              <a:miter lim="2064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2"/>
            <p:cNvSpPr/>
            <p:nvPr/>
          </p:nvSpPr>
          <p:spPr>
            <a:xfrm>
              <a:off x="5291700" y="3264925"/>
              <a:ext cx="2083475" cy="181175"/>
            </a:xfrm>
            <a:custGeom>
              <a:rect b="b" l="l" r="r" t="t"/>
              <a:pathLst>
                <a:path extrusionOk="0" fill="none" h="7247" w="83339">
                  <a:moveTo>
                    <a:pt x="0" y="4790"/>
                  </a:moveTo>
                  <a:cubicBezTo>
                    <a:pt x="0" y="6152"/>
                    <a:pt x="1280" y="7226"/>
                    <a:pt x="2642" y="7226"/>
                  </a:cubicBezTo>
                  <a:lnTo>
                    <a:pt x="80882" y="7226"/>
                  </a:lnTo>
                  <a:cubicBezTo>
                    <a:pt x="82245" y="7246"/>
                    <a:pt x="83339" y="6152"/>
                    <a:pt x="83339" y="4790"/>
                  </a:cubicBezTo>
                  <a:lnTo>
                    <a:pt x="83339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3"/>
              </a:solidFill>
              <a:prstDash val="solid"/>
              <a:miter lim="2064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2"/>
            <p:cNvSpPr/>
            <p:nvPr/>
          </p:nvSpPr>
          <p:spPr>
            <a:xfrm>
              <a:off x="5291700" y="2019600"/>
              <a:ext cx="2083475" cy="1245350"/>
            </a:xfrm>
            <a:custGeom>
              <a:rect b="b" l="l" r="r" t="t"/>
              <a:pathLst>
                <a:path extrusionOk="0" fill="none" h="49814" w="83339">
                  <a:moveTo>
                    <a:pt x="80882" y="1"/>
                  </a:moveTo>
                  <a:lnTo>
                    <a:pt x="2642" y="1"/>
                  </a:lnTo>
                  <a:cubicBezTo>
                    <a:pt x="1280" y="1"/>
                    <a:pt x="0" y="992"/>
                    <a:pt x="0" y="2354"/>
                  </a:cubicBezTo>
                  <a:lnTo>
                    <a:pt x="0" y="49814"/>
                  </a:lnTo>
                  <a:lnTo>
                    <a:pt x="83339" y="49814"/>
                  </a:lnTo>
                  <a:lnTo>
                    <a:pt x="83339" y="2354"/>
                  </a:lnTo>
                  <a:cubicBezTo>
                    <a:pt x="83339" y="992"/>
                    <a:pt x="82245" y="1"/>
                    <a:pt x="80882" y="1"/>
                  </a:cubicBezTo>
                  <a:close/>
                  <a:moveTo>
                    <a:pt x="79726" y="46201"/>
                  </a:moveTo>
                  <a:lnTo>
                    <a:pt x="3613" y="46201"/>
                  </a:lnTo>
                  <a:lnTo>
                    <a:pt x="3613" y="3097"/>
                  </a:lnTo>
                  <a:lnTo>
                    <a:pt x="79726" y="3097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3"/>
              </a:solidFill>
              <a:prstDash val="solid"/>
              <a:miter lim="2064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2"/>
            <p:cNvSpPr/>
            <p:nvPr/>
          </p:nvSpPr>
          <p:spPr>
            <a:xfrm>
              <a:off x="5291700" y="3264925"/>
              <a:ext cx="2083475" cy="180650"/>
            </a:xfrm>
            <a:custGeom>
              <a:rect b="b" l="l" r="r" t="t"/>
              <a:pathLst>
                <a:path extrusionOk="0" fill="none" h="7226" w="83339">
                  <a:moveTo>
                    <a:pt x="0" y="4521"/>
                  </a:moveTo>
                  <a:cubicBezTo>
                    <a:pt x="0" y="5884"/>
                    <a:pt x="1280" y="7226"/>
                    <a:pt x="2642" y="7226"/>
                  </a:cubicBezTo>
                  <a:lnTo>
                    <a:pt x="80882" y="7226"/>
                  </a:lnTo>
                  <a:cubicBezTo>
                    <a:pt x="82245" y="7226"/>
                    <a:pt x="83339" y="5884"/>
                    <a:pt x="83339" y="4521"/>
                  </a:cubicBezTo>
                  <a:lnTo>
                    <a:pt x="83339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3"/>
              </a:solidFill>
              <a:prstDash val="solid"/>
              <a:miter lim="2064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" name="Google Shape;741;p52"/>
          <p:cNvSpPr txBox="1"/>
          <p:nvPr>
            <p:ph idx="1" type="subTitle"/>
          </p:nvPr>
        </p:nvSpPr>
        <p:spPr>
          <a:xfrm>
            <a:off x="6123350" y="1112200"/>
            <a:ext cx="2307600" cy="105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pic>
        <p:nvPicPr>
          <p:cNvPr id="742" name="Google Shape;742;p5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331977" y="2817320"/>
            <a:ext cx="880680" cy="1470906"/>
          </a:xfrm>
          <a:prstGeom prst="rect">
            <a:avLst/>
          </a:prstGeom>
          <a:noFill/>
          <a:ln>
            <a:noFill/>
          </a:ln>
        </p:spPr>
      </p:pic>
      <p:sp>
        <p:nvSpPr>
          <p:cNvPr id="743" name="Google Shape;743;p52"/>
          <p:cNvSpPr/>
          <p:nvPr/>
        </p:nvSpPr>
        <p:spPr>
          <a:xfrm>
            <a:off x="6253256" y="2518049"/>
            <a:ext cx="1025994" cy="2064991"/>
          </a:xfrm>
          <a:custGeom>
            <a:rect b="b" l="l" r="r" t="t"/>
            <a:pathLst>
              <a:path extrusionOk="0" fill="none" h="29273" w="13833">
                <a:moveTo>
                  <a:pt x="13832" y="1982"/>
                </a:moveTo>
                <a:cubicBezTo>
                  <a:pt x="13832" y="888"/>
                  <a:pt x="12944" y="0"/>
                  <a:pt x="11871" y="0"/>
                </a:cubicBezTo>
                <a:lnTo>
                  <a:pt x="1983" y="0"/>
                </a:lnTo>
                <a:cubicBezTo>
                  <a:pt x="889" y="0"/>
                  <a:pt x="1" y="888"/>
                  <a:pt x="1" y="1982"/>
                </a:cubicBezTo>
                <a:lnTo>
                  <a:pt x="1" y="27291"/>
                </a:lnTo>
                <a:cubicBezTo>
                  <a:pt x="1" y="28385"/>
                  <a:pt x="889" y="29273"/>
                  <a:pt x="1983" y="29273"/>
                </a:cubicBezTo>
                <a:lnTo>
                  <a:pt x="11871" y="29273"/>
                </a:lnTo>
                <a:cubicBezTo>
                  <a:pt x="12944" y="29273"/>
                  <a:pt x="13832" y="28385"/>
                  <a:pt x="13832" y="27291"/>
                </a:cubicBezTo>
                <a:close/>
                <a:moveTo>
                  <a:pt x="8362" y="2601"/>
                </a:moveTo>
                <a:cubicBezTo>
                  <a:pt x="8362" y="2766"/>
                  <a:pt x="8217" y="2911"/>
                  <a:pt x="8052" y="2911"/>
                </a:cubicBezTo>
                <a:lnTo>
                  <a:pt x="5946" y="2911"/>
                </a:lnTo>
                <a:cubicBezTo>
                  <a:pt x="5781" y="2911"/>
                  <a:pt x="5637" y="2766"/>
                  <a:pt x="5637" y="2601"/>
                </a:cubicBezTo>
                <a:lnTo>
                  <a:pt x="5637" y="2581"/>
                </a:lnTo>
                <a:cubicBezTo>
                  <a:pt x="5637" y="2416"/>
                  <a:pt x="5781" y="2271"/>
                  <a:pt x="5946" y="2271"/>
                </a:cubicBezTo>
                <a:lnTo>
                  <a:pt x="8052" y="2271"/>
                </a:lnTo>
                <a:cubicBezTo>
                  <a:pt x="8217" y="2271"/>
                  <a:pt x="8362" y="2416"/>
                  <a:pt x="8362" y="2581"/>
                </a:cubicBezTo>
                <a:close/>
                <a:moveTo>
                  <a:pt x="12862" y="25103"/>
                </a:moveTo>
                <a:lnTo>
                  <a:pt x="1136" y="25103"/>
                </a:lnTo>
                <a:lnTo>
                  <a:pt x="1136" y="4191"/>
                </a:lnTo>
                <a:lnTo>
                  <a:pt x="12862" y="4191"/>
                </a:ln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miter lim="20643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" name="Google Shape;744;p52"/>
          <p:cNvSpPr/>
          <p:nvPr/>
        </p:nvSpPr>
        <p:spPr>
          <a:xfrm>
            <a:off x="720157" y="2891598"/>
            <a:ext cx="2194526" cy="1691444"/>
          </a:xfrm>
          <a:custGeom>
            <a:rect b="b" l="l" r="r" t="t"/>
            <a:pathLst>
              <a:path extrusionOk="0" fill="none" h="37469" w="48616">
                <a:moveTo>
                  <a:pt x="1961" y="21"/>
                </a:moveTo>
                <a:cubicBezTo>
                  <a:pt x="888" y="21"/>
                  <a:pt x="0" y="888"/>
                  <a:pt x="0" y="1982"/>
                </a:cubicBezTo>
                <a:lnTo>
                  <a:pt x="0" y="35507"/>
                </a:lnTo>
                <a:cubicBezTo>
                  <a:pt x="0" y="36581"/>
                  <a:pt x="888" y="37468"/>
                  <a:pt x="1961" y="37468"/>
                </a:cubicBezTo>
                <a:lnTo>
                  <a:pt x="46655" y="37468"/>
                </a:lnTo>
                <a:cubicBezTo>
                  <a:pt x="47728" y="37468"/>
                  <a:pt x="48616" y="36581"/>
                  <a:pt x="48616" y="35507"/>
                </a:cubicBezTo>
                <a:lnTo>
                  <a:pt x="48616" y="1982"/>
                </a:lnTo>
                <a:cubicBezTo>
                  <a:pt x="48616" y="888"/>
                  <a:pt x="47728" y="0"/>
                  <a:pt x="46655" y="0"/>
                </a:cubicBezTo>
                <a:close/>
                <a:moveTo>
                  <a:pt x="44487" y="3861"/>
                </a:moveTo>
                <a:lnTo>
                  <a:pt x="44487" y="33752"/>
                </a:lnTo>
                <a:lnTo>
                  <a:pt x="4273" y="33752"/>
                </a:lnTo>
                <a:lnTo>
                  <a:pt x="4273" y="3861"/>
                </a:ln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miter lim="20643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53"/>
          <p:cNvSpPr txBox="1"/>
          <p:nvPr>
            <p:ph type="title"/>
          </p:nvPr>
        </p:nvSpPr>
        <p:spPr>
          <a:xfrm>
            <a:off x="2549400" y="416100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endParaRPr/>
          </a:p>
        </p:txBody>
      </p:sp>
      <p:sp>
        <p:nvSpPr>
          <p:cNvPr id="750" name="Google Shape;750;p53"/>
          <p:cNvSpPr txBox="1"/>
          <p:nvPr/>
        </p:nvSpPr>
        <p:spPr>
          <a:xfrm>
            <a:off x="2864700" y="4330850"/>
            <a:ext cx="3414600" cy="345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rPr>
              <a:t>Please keep this slide for attribution.</a:t>
            </a:r>
            <a:endParaRPr sz="1200">
              <a:solidFill>
                <a:schemeClr val="accent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751" name="Google Shape;751;p53"/>
          <p:cNvGrpSpPr/>
          <p:nvPr/>
        </p:nvGrpSpPr>
        <p:grpSpPr>
          <a:xfrm>
            <a:off x="3527344" y="3066765"/>
            <a:ext cx="407391" cy="407391"/>
            <a:chOff x="5012603" y="2571753"/>
            <a:chExt cx="417024" cy="417024"/>
          </a:xfrm>
        </p:grpSpPr>
        <p:sp>
          <p:nvSpPr>
            <p:cNvPr id="752" name="Google Shape;752;p53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3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" name="Google Shape;754;p53"/>
          <p:cNvSpPr/>
          <p:nvPr/>
        </p:nvSpPr>
        <p:spPr>
          <a:xfrm>
            <a:off x="4368306" y="3066769"/>
            <a:ext cx="407383" cy="407383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" name="Google Shape;755;p53"/>
          <p:cNvGrpSpPr/>
          <p:nvPr/>
        </p:nvGrpSpPr>
        <p:grpSpPr>
          <a:xfrm>
            <a:off x="5209261" y="3066706"/>
            <a:ext cx="407391" cy="407391"/>
            <a:chOff x="1323129" y="2571761"/>
            <a:chExt cx="417024" cy="417024"/>
          </a:xfrm>
        </p:grpSpPr>
        <p:sp>
          <p:nvSpPr>
            <p:cNvPr id="756" name="Google Shape;756;p53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3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3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3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" name="Google Shape;760;p53"/>
          <p:cNvSpPr txBox="1"/>
          <p:nvPr>
            <p:ph idx="1" type="subTitle"/>
          </p:nvPr>
        </p:nvSpPr>
        <p:spPr>
          <a:xfrm>
            <a:off x="2549400" y="1634100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2"/>
                </a:solidFill>
              </a:rPr>
              <a:t>Do you have any questions?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2"/>
                </a:solidFill>
              </a:rPr>
              <a:t>addyouremail@freepik.com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2"/>
                </a:solidFill>
              </a:rPr>
              <a:t>+91 620 421 838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2"/>
                </a:solidFill>
              </a:rPr>
              <a:t>yourcompany.com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p54"/>
          <p:cNvSpPr txBox="1"/>
          <p:nvPr>
            <p:ph type="title"/>
          </p:nvPr>
        </p:nvSpPr>
        <p:spPr>
          <a:xfrm>
            <a:off x="713225" y="539500"/>
            <a:ext cx="7717500" cy="5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766" name="Google Shape;766;p54"/>
          <p:cNvSpPr txBox="1"/>
          <p:nvPr>
            <p:ph idx="1" type="body"/>
          </p:nvPr>
        </p:nvSpPr>
        <p:spPr>
          <a:xfrm>
            <a:off x="713225" y="1436225"/>
            <a:ext cx="7717500" cy="31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Lato"/>
                <a:ea typeface="Lato"/>
                <a:cs typeface="Lato"/>
                <a:sym typeface="Lato"/>
              </a:rPr>
              <a:t>Photos</a:t>
            </a:r>
            <a:endParaRPr b="1" sz="1800"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latin typeface="Lato"/>
              <a:ea typeface="Lato"/>
              <a:cs typeface="Lato"/>
              <a:sym typeface="Lato"/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3"/>
              </a:rPr>
              <a:t>Close-up ferromagnetic liquid metal with copy space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Green and spiky ferromagnetic liquid metal with copy space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Close-up ferromagnetic metal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Blue ferromagnetic liquid metal with copy space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Close-up ferromagnetic liquid metal with copy space</a:t>
            </a:r>
            <a:endParaRPr sz="180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0" name="Shape 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" name="Google Shape;771;p55"/>
          <p:cNvSpPr txBox="1"/>
          <p:nvPr>
            <p:ph type="title"/>
          </p:nvPr>
        </p:nvSpPr>
        <p:spPr>
          <a:xfrm>
            <a:off x="713225" y="539500"/>
            <a:ext cx="7717500" cy="5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772" name="Google Shape;772;p55"/>
          <p:cNvSpPr txBox="1"/>
          <p:nvPr>
            <p:ph idx="1" type="body"/>
          </p:nvPr>
        </p:nvSpPr>
        <p:spPr>
          <a:xfrm>
            <a:off x="713225" y="1436225"/>
            <a:ext cx="7717500" cy="31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Lato"/>
                <a:ea typeface="Lato"/>
                <a:cs typeface="Lato"/>
                <a:sym typeface="Lato"/>
              </a:rPr>
              <a:t>Photos</a:t>
            </a:r>
            <a:endParaRPr b="1" sz="1800"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latin typeface="Lato"/>
              <a:ea typeface="Lato"/>
              <a:cs typeface="Lato"/>
              <a:sym typeface="Lato"/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3"/>
              </a:rPr>
              <a:t>Close-up ferromagnetic metal substance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Abstract ferromagnetic liquid metal with copy space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Close-up ferromagnetic liquid metal with copy space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Ferromagnetic liquid metal with copy space on white background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Black ferromagnetic liquid metal with copy space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Pretty young </a:t>
            </a: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business woman</a:t>
            </a: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 leaning on desk holding book looking at camera in office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Man holding a laptop looking at camera</a:t>
            </a:r>
            <a:endParaRPr>
              <a:solidFill>
                <a:srgbClr val="374957"/>
              </a:solidFill>
            </a:endParaRPr>
          </a:p>
          <a:p>
            <a:pPr indent="-317500" lvl="0" marL="457200" marR="50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2"/>
              </a:rPr>
              <a:t>Smiling african american young lady near window</a:t>
            </a:r>
            <a:endParaRPr sz="180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5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5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p5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5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5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Lato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https://fonts.google.com/specimen/Lato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7" name="Google Shape;787;p57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788" name="Google Shape;788;p57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A015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7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00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7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CBD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7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#ea0156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93" name="Google Shape;793;p57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</a:rPr>
                <a:t>#ffffff</a:t>
              </a:r>
              <a:endParaRPr sz="1000">
                <a:solidFill>
                  <a:schemeClr val="dk2"/>
                </a:solidFill>
              </a:endParaRPr>
            </a:p>
          </p:txBody>
        </p:sp>
        <p:sp>
          <p:nvSpPr>
            <p:cNvPr id="794" name="Google Shape;794;p5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#000000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95" name="Google Shape;795;p57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000">
                  <a:solidFill>
                    <a:schemeClr val="lt1"/>
                  </a:solidFill>
                </a:rPr>
                <a:t>#00cbd3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99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5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 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You can also look for more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 on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2" name="Google Shape;802;p58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803" name="Google Shape;803;p5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" name="Google Shape;805;p58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806" name="Google Shape;806;p5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" name="Google Shape;810;p58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811" name="Google Shape;811;p5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" name="Google Shape;813;p58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814" name="Google Shape;814;p5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" name="Google Shape;817;p58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818" name="Google Shape;818;p5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" name="Google Shape;820;p58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821" name="Google Shape;821;p5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" name="Google Shape;825;p58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826" name="Google Shape;826;p5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" name="Google Shape;830;p58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831" name="Google Shape;831;p5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" name="Google Shape;836;p58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837" name="Google Shape;837;p5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" name="Google Shape;841;p58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842" name="Google Shape;842;p5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58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846" name="Google Shape;846;p5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58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853" name="Google Shape;853;p5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" name="Google Shape;860;p58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861" name="Google Shape;861;p5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" name="Google Shape;865;p58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866" name="Google Shape;866;p5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" name="Google Shape;869;p58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870" name="Google Shape;870;p5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" name="Google Shape;873;p58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874" name="Google Shape;874;p5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" name="Google Shape;876;p58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" name="Google Shape;877;p58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878" name="Google Shape;878;p5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" name="Google Shape;882;p58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883" name="Google Shape;883;p5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8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" name="Google Shape;885;p58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886" name="Google Shape;886;p5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888" name="Google Shape;888;p58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" name="Google Shape;889;p58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890" name="Google Shape;890;p5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" name="Google Shape;892;p58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893" name="Google Shape;893;p5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" name="Google Shape;895;p58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896" name="Google Shape;896;p5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" name="Google Shape;898;p58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899" name="Google Shape;899;p5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" name="Google Shape;907;p58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908" name="Google Shape;908;p5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" name="Google Shape;929;p58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930" name="Google Shape;930;p58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8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8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" name="Google Shape;934;p58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935" name="Google Shape;935;p5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58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948" name="Google Shape;948;p58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8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" name="Google Shape;950;p58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951" name="Google Shape;951;p58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8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8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" name="Google Shape;954;p5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5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5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5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" name="Google Shape;958;p5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959" name="Google Shape;959;p5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" name="Google Shape;961;p5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962" name="Google Shape;962;p5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5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965" name="Google Shape;965;p5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" name="Google Shape;967;p5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968" name="Google Shape;968;p5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" name="Google Shape;970;p5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971" name="Google Shape;971;p5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" name="Google Shape;973;p5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974" name="Google Shape;974;p5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5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977" name="Google Shape;977;p5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" name="Google Shape;979;p5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980" name="Google Shape;980;p5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" name="Google Shape;983;p5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984" name="Google Shape;984;p5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5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988" name="Google Shape;988;p5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" name="Google Shape;991;p5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992" name="Google Shape;992;p5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" name="Google Shape;995;p5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996" name="Google Shape;996;p5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" name="Google Shape;998;p5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5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5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5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5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5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" name="Google Shape;1004;p5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005" name="Google Shape;1005;p5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" name="Google Shape;1007;p5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008" name="Google Shape;1008;p5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" name="Google Shape;1010;p5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011" name="Google Shape;1011;p5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3" name="Google Shape;1013;p5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" name="Google Shape;1014;p5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" name="Google Shape;1015;p5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" name="Google Shape;1016;p5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017" name="Google Shape;1017;p5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" name="Google Shape;1026;p5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027" name="Google Shape;1027;p5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" name="Google Shape;1029;p5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030" name="Google Shape;1030;p5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5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051" name="Google Shape;1051;p5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" name="Google Shape;1129;p5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5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" name="Google Shape;1131;p5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" name="Google Shape;1132;p5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6" name="Shape 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7" name="Google Shape;1137;p59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138" name="Google Shape;1138;p5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" name="Google Shape;1144;p59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145" name="Google Shape;1145;p5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7" name="Google Shape;2717;p59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718" name="Google Shape;2718;p5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9" name="Google Shape;2769;p59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770" name="Google Shape;2770;p5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2" name="Google Shape;2772;p59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773" name="Google Shape;2773;p5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5" name="Google Shape;2775;p59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776" name="Google Shape;2776;p5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8" name="Google Shape;2778;p59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779" name="Google Shape;2779;p5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1" name="Google Shape;2781;p59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782" name="Google Shape;2782;p5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84" name="Google Shape;2784;p59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85" name="Google Shape;2785;p59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786" name="Google Shape;2786;p59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9" name="Google Shape;2789;p59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790" name="Google Shape;2790;p59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3" name="Google Shape;2793;p59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4" name="Google Shape;2794;p59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795" name="Google Shape;2795;p5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7" name="Google Shape;2797;p59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8" name="Google Shape;2798;p59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9" name="Google Shape;2799;p59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2800" name="Google Shape;2800;p59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9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9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9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9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9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9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9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9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9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0" name="Google Shape;2810;p59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2811" name="Google Shape;2811;p59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2812" name="Google Shape;2812;p59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59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59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59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59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59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59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59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59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59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2" name="Google Shape;2822;p59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3" name="Google Shape;2823;p59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2824" name="Google Shape;2824;p59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2825" name="Google Shape;2825;p59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2826" name="Google Shape;2826;p59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7" name="Google Shape;2827;p59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8" name="Google Shape;2828;p59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9" name="Google Shape;2829;p59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0" name="Google Shape;2830;p59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831" name="Google Shape;2831;p59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59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59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59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5" name="Google Shape;2835;p5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6" name="Google Shape;2836;p59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2837" name="Google Shape;2837;p59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2838" name="Google Shape;2838;p59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2839" name="Google Shape;2839;p59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0" name="Google Shape;2840;p59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1" name="Google Shape;2841;p59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2" name="Google Shape;2842;p59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3" name="Google Shape;2843;p59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4" name="Google Shape;2844;p59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5" name="Google Shape;2845;p59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6" name="Google Shape;2846;p59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7" name="Google Shape;2847;p59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848" name="Google Shape;2848;p59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59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59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59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2" name="Google Shape;2852;p59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3" name="Google Shape;2853;p59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2854" name="Google Shape;2854;p59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9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9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9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9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9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9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9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9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9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9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9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9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9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9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9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9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9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9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9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9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9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9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9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9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9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9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9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9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9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9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9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9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9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9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9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9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9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9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9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9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9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9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9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9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9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9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9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9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9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9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9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9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9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9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9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9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9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9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9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9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9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9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9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9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9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9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9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9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9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9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9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9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9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9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9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9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9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9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9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9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9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9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9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9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9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9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9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9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9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9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9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9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9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9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9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9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9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9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9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9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9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9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9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9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9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9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9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9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9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9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9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9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9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9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9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9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9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9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9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9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9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9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9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9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9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9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9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9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9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9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9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9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9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9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9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9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9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9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9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9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9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9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9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9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9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9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9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9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9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9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9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9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9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9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9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9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9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9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9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9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9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9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9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9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9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9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9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9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9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9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9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9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9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9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9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9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9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9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9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9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9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9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9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9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9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9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9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9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9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9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9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9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9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9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9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9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9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9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9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9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9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9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9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9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9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9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9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9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9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9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9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9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9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9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9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9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9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9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9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9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9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9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9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9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9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9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9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9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9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9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9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9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9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9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9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9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9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9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9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9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9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9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9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9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9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9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9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9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9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9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9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9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9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9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9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9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9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9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9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9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9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9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9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9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9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9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9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9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9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9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9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9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9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9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9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9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9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9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9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9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9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9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9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9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9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9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9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9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9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9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9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9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9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9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9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9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9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9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9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9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9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9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9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9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9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9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9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9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9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9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9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9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9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9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9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9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9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9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9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9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9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9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9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9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9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9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9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9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9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9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9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9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9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9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9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9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9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9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9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9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9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9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9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9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9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9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9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9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9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9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9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9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9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9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9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9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9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9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9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9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9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9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9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9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9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9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9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9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9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9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9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9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9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9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9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9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9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9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9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9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9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9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9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9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9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9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9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9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9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9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9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9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9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9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9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9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9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9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9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9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9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9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9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9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9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9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9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9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9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9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9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9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9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9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9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9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9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9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9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9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9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9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9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9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9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9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9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9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9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9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9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9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9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9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9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9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9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9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9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9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9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9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9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9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9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9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9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9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9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9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9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9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9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9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9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9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9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9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9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9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9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9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9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9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9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9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9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9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9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9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9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9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9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9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9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9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9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9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9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9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9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9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9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9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9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9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9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9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9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9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9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9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9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9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9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9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9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9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9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9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9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9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9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9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9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9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9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9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9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9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9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9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9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9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9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9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9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9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9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9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9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9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9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9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9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9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9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9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9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9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9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9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9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9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9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9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9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9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9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9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9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9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9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9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9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9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9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9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9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9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9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9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9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9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9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9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9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9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9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9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9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9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9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9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9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9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9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9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9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9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9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9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9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9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9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9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9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9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9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9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9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9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9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9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9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9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9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9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9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9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9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9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9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9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9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9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9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9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9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9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9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9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9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9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9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9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9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9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9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9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9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9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9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9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9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9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9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9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9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9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9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9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9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9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9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9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9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9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9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9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9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9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9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9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9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9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9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9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9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9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9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9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9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9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9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9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9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9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9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9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9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9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9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9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9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9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9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9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9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9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9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9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9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9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9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9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9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9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9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9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9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9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9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9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9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9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9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9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9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9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9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9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9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9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9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9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9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9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9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9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9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9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9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9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9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9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9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9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9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9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9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9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9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9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9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9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9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9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9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9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9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9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9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9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9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9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9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9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9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9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9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9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9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9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9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9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9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9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9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9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9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9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9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9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9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9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9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9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9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9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9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9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9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9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9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9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9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9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9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9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9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9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9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9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9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9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9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9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9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9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9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9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9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9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9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9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9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9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9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9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9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9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9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9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9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9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9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9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9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9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9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9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9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9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9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9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9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9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9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9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9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9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9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9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9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9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9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9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9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9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9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9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9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9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9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9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9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9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9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9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9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9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9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9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9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9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9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9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9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9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9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9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9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9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9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9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9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9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9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9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9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9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9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9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9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9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9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9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9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9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9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9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9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9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9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9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9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9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9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9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9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9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9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9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9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9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9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9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9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9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9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9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9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9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9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9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9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9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9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9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9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9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9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9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9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9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9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9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9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9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9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9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9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9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9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9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9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9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9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9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9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9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9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9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9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9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9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9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9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9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9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9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9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9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9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9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9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9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9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9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9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9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9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9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9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9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9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9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9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9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9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9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9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9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9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9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9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9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9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9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9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9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9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9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9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9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9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9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9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9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9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9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9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9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9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9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9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9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9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9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9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9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9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9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9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9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9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9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9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9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9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9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9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9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9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9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9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9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9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9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9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9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9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9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9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9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9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9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9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9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9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9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9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9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9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9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9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9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9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9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9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9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9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9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9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9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9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9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9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9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9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9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9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9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9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9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9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9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9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9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9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9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9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9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9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9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9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9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9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9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9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9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9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9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9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9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9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9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9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9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9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9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9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9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9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9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9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9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9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9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9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9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9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9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9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9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9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9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9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9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9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9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9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9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9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9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9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9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9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9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9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9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9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9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9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9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9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9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9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9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9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9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9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9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9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9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9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9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9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9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9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9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9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9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9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9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9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9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9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9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9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9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9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9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9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9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9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9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9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9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9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9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9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9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9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9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9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9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9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9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9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9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9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9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9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9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9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9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9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9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9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9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9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9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9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9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9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9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9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9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9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9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9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9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9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9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9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9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9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9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9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9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9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9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9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9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9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9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9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9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9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9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9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9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9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9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9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9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9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9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9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9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9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9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9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9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9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9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9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9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9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9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9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9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9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9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9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9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9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9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9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9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9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9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9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9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9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9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9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9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9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9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9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9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9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9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9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9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9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9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9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9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9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9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9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9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9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9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9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9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9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9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9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9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9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9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9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9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9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9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9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9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9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9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9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9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9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9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9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9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9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9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9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9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9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9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9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9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9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9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9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9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9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9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9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9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9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9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9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9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9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9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9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9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9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9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9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9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9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9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9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9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9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9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9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9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9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9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9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9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9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9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9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9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9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9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9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9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9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9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9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9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9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9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9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9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9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9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9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9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9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9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9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9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9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9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9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9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9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9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9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9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9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9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9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9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9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9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9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9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9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9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9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9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9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9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9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9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9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9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9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9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9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9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9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9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9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9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9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9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9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9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9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9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9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9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9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9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9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9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9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9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9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9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9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9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9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9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9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9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9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9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9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9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9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9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9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9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9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9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9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9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9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9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9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9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9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9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9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9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9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9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9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9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9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9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9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9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9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9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9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9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9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9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9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9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9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9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9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9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9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9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9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9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9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9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9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9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9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9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9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9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9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9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9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9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9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9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9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9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9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9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9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9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9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9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9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9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9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9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9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9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9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9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9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9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9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9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9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9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9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9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9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9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9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9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9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9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9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9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9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9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9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9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9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9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9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9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9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9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9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9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9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9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9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9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9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9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9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9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9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9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9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9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9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9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9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9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9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9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9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9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9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9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9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9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9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9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9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9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9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9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9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9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9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9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9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9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9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9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9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9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9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9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9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9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9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9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9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9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9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9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9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9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9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9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9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9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9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9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9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9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9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9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9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9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9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9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9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9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9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9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9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9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9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9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9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9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9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9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9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9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9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9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9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9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9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9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9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9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9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9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9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9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9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9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9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9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9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9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9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9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9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9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9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9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9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9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9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9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9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9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9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9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9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9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9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9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9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9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9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9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9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9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9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9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9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9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9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9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9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9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9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9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9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9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9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9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9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9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9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9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9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9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9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9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9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9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9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9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9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9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9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9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9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9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9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9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9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9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9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9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9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9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9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9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9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9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9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9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9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9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9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9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9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9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9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9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9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9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9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9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9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9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9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9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9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9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9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9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9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9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9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9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9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9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9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9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9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9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9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9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9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9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9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9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9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9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9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9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9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9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9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9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9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9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9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9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9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9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9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9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9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9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9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9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9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9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9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9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9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9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9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9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9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9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9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9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9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9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9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9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9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9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9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9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9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9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9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9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9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9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9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9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9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9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9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9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9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9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9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9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9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9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9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9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9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9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9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9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9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9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9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9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9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9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9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9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9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9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9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9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9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9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9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9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9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9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9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9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9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9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9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9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9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9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9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9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9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9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9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9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9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9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9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9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9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9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9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9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9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9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9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9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9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9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9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9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9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9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9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9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9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9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9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9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9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9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9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9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9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9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9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9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9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9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9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9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9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9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9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9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9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9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9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9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9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9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9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9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9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9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9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9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9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9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9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9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9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9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9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9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9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9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9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9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9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9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9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9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9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9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9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9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9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9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9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9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9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9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9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9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9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9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9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9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9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9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9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9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9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9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9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9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9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9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9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9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9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9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9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9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9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9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9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9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9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9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9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9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9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9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9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9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9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9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9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9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9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9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9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9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9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9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9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9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9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9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9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9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9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9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9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9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9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9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9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9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9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9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9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9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9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9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9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9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9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9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9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9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9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9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9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9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9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9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9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9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9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9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9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9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9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9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9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9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9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9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9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9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9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9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9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9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9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9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9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9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9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9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9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9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9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9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9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9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9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9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9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9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9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9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9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9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9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9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9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9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9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9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9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9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9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9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9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9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9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9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9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9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9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9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9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9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9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9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9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9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9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9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9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9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9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9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9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9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9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9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9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9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9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9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9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9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9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9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9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9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9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9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9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9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9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9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9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9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9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9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9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9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9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9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9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9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9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9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9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9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9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9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9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9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9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9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9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9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9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9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9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9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9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9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9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9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9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9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9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9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9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9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9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9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9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9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9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9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9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9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9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9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9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9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9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9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9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9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9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9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9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9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9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9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9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9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9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9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9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9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9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9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9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9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9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9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9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9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9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9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9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9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9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9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9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9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9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9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9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9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9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9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9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9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9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9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9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9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9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9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9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9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9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9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9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9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9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9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9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9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9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9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9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9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9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9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9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9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9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9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9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9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9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9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9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9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9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9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9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9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9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9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9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9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9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9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9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9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9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9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9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9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9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9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9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9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9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9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9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9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9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9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9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9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9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9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9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9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9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9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9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9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9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9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9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9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9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9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9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9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9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9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9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9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9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9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9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9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9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9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9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9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9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9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9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9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9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9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9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9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9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9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9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9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9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9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9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9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9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9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9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9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9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9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9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9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9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9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9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9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9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9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9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9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9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9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9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9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9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9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9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9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9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9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9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9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9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9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9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9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9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9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9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9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9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9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9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9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9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9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9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9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9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9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9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9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9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9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9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9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9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9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9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9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9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9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9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9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9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9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9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9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9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9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9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9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9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9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9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9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9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9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9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9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9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9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9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9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9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9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9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9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9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9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9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9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9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9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9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9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9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9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9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9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9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9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9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9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9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9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9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9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9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9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9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9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9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9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9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9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9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9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9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9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9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9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9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9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9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9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9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9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9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9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9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9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9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9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9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9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9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9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9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9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9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9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9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9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9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9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9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9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9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9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9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9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9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9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9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9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9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9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9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9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9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9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9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9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9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9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9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9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9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9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9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9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9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9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9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9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9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9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9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9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9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9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9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9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9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9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9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9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9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9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9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9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9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9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9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9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9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9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9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9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9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9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9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9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9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9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9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9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9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9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9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9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9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9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9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9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9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9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9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9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9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9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9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9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9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9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9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9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9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9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9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9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9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9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9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9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9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9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9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9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9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9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9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9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9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9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9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9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9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9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9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9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9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9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9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9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9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9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9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9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9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9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9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9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9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9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9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9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9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9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9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9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9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9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9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9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9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9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9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9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9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9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9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9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9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9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9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9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9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9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9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9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9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9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9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9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9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9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9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9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9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9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9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9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9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9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9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9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9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9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9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9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9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9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9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9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9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9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9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9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9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9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9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9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9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9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9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9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9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9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9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9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9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9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9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9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9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9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9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9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9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9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9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9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9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9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9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9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9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9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9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9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9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9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9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9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9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9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9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9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9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9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9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9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9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9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9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9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9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9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9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9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9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9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9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9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9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9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9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9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9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9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9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9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9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9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9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9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9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9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9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9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9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9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9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9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9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9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9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9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9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9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9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9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9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9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9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9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9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9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9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9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9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9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9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9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9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9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9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9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9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9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9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9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9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9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9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9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9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9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9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9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9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9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9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9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9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9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9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9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9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9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9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9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9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9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9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9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9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9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9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9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9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9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9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9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9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9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9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9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9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9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9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9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9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9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9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9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9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9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9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9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9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9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9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9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9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9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9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9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9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9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9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9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9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9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9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9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9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9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9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9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9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9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9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9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9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9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9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9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9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9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9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9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9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9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9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9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9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9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9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9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9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9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9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9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9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9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9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9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9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9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9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9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9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9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9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9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9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9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9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9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9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9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9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9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9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9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9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9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9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9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9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9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9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9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9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9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9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9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9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9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9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9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9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9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9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9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9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9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9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9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9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9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9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9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9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9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9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9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9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9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9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9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9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9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9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9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9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9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9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9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9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9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9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9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9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9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9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9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9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9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9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9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9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9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9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9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9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9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9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9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9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9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9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9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9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9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9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9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9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9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9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9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9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9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9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9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9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9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9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9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9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9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9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9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9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9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9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9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9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9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9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9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9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9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9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9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9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9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9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9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9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9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9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9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9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9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9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9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9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9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9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9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9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9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9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9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9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9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9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9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9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9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9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9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9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9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9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9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9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9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9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9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9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9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9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9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9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9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9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9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9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9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9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9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9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9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9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9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9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9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9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9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9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9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9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9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9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9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9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9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9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9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9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9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9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9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9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9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9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9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9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9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9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9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9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9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9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9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9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9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9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9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9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9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9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9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9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9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9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9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9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9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9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9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9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9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9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9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9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9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9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9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9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9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9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9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9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9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9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9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9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9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9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9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9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9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9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9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9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9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9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9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9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9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9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9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9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9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9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9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9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9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9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9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9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9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9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9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9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9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9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9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9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9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9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9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9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9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9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9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9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9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9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9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9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9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9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9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9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9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9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9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9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9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9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9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9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9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9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9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9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9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9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9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9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9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9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9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9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9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9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9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9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9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9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9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9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9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9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9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9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9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9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9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9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9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9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9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9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9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9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9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9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9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9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9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9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9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9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9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9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9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9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9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9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9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9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9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9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9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9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9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9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9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9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9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9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9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9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9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9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9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9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9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9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9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9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9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9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9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9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9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9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9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9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9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9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9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9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9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9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9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9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9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9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9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9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9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9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9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9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9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9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9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9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9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9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9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9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9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9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9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9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9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9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9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9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9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9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9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9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9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9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9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9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9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9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9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9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9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9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9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9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9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9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9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9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9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9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9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9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9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9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9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9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9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9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9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9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9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9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9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9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9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9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9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9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9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9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9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9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9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9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9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9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9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9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9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9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9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9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9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9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9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9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9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9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9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9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9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9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9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9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9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9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9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9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9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9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9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9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9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9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9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9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9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9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9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9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9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9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9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9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9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9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9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9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9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9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9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9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9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9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9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9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9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9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9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9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9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9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9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9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9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9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9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9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9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9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9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9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9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9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9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9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9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9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9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9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9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9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9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9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9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9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9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9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9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9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9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9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9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9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9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9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9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9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9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9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9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9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9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9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9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9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9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9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9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9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9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9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9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9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9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9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9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9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9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9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9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9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9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9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9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9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9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9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9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9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9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9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9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9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9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9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9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9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9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9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9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9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9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9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9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9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9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9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9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9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9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9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9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9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9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9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9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9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9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9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9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9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9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9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9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9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9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9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9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9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9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9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9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9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9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9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9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9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9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9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9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9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9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9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9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9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9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9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9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9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9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9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9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9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9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9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9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9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9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9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9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9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9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9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9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9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9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9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9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9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9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9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9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9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9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9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9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9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9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9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9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9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9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9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9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9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9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9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9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9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9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9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9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9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9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9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9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9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9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9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9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9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9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9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9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9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9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9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9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9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9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9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9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9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9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9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9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9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9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9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9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9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9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9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9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9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9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9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9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9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9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9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9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9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9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9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9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9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9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9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9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9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9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9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9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9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9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9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9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9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9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9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9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9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9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9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9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9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9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9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9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9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9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9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9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9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9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9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9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9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9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9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9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9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9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9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9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9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9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9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9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9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9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9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9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9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9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9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9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9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9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9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9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9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9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9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9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9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9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9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9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9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9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9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9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9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9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9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9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9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9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9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9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9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9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9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9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9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9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9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9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9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9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9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9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9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9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9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9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9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9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9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9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9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9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9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9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9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9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9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9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9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9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9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9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9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9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9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9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9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9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9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9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9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9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9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9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9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9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9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9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9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9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9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9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9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9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9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9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9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9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9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9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9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9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9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9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9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9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9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9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9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9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9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9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9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9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9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9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9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9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9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9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9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9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9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9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9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9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9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9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9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9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9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9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9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9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9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9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9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9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9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9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9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9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9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9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9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9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9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9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9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9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9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9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9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9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9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59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822" name="Google Shape;6822;p59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823" name="Google Shape;6823;p5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24" name="Google Shape;6824;p5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825" name="Google Shape;6825;p5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6" name="Google Shape;6826;p5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7" name="Google Shape;6827;p5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828" name="Google Shape;6828;p5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9" name="Google Shape;6829;p5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30" name="Google Shape;6830;p5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831" name="Google Shape;6831;p5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832" name="Google Shape;6832;p5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3" name="Google Shape;6833;p5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4" name="Google Shape;6834;p5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835" name="Google Shape;6835;p5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6" name="Google Shape;6836;p5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7" name="Google Shape;6837;p5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838" name="Google Shape;6838;p5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9" name="Google Shape;6839;p5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0" name="Google Shape;6840;p5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841" name="Google Shape;6841;p5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2" name="Google Shape;6842;p5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3" name="Google Shape;6843;p5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844" name="Google Shape;6844;p5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5" name="Google Shape;6845;p5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46" name="Google Shape;6846;p59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847" name="Google Shape;6847;p5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848" name="Google Shape;6848;p5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9" name="Google Shape;6849;p5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0" name="Google Shape;6850;p5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1" name="Google Shape;6851;p5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2" name="Google Shape;6852;p5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3" name="Google Shape;6853;p5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4" name="Google Shape;6854;p5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6855" name="Google Shape;6855;p5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6" name="Google Shape;6856;p5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7" name="Google Shape;6857;p5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6858" name="Google Shape;6858;p5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9" name="Google Shape;6859;p5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0" name="Google Shape;6860;p5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6861" name="Google Shape;6861;p5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2" name="Google Shape;6862;p5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3" name="Google Shape;6863;p5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6864" name="Google Shape;6864;p5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5" name="Google Shape;6865;p5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6" name="Google Shape;6866;p5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6867" name="Google Shape;6867;p5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8" name="Google Shape;6868;p5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9" name="Google Shape;6869;p5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6870" name="Google Shape;6870;p5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1" name="Google Shape;6871;p5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72" name="Google Shape;6872;p5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6873" name="Google Shape;6873;p5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4" name="Google Shape;6874;p5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75" name="Google Shape;6875;p59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6876" name="Google Shape;6876;p5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6877" name="Google Shape;6877;p5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8" name="Google Shape;6878;p5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9" name="Google Shape;6879;p5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0" name="Google Shape;6880;p5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6881" name="Google Shape;6881;p5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2" name="Google Shape;6882;p5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3" name="Google Shape;6883;p5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6884" name="Google Shape;6884;p5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5" name="Google Shape;6885;p5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6" name="Google Shape;6886;p5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6887" name="Google Shape;6887;p5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8" name="Google Shape;6888;p5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9" name="Google Shape;6889;p5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6890" name="Google Shape;6890;p5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1" name="Google Shape;6891;p5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92" name="Google Shape;6892;p59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6893" name="Google Shape;6893;p5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6894" name="Google Shape;6894;p5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5" name="Google Shape;6895;p5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6" name="Google Shape;6896;p5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7" name="Google Shape;6897;p5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8" name="Google Shape;6898;p5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6899" name="Google Shape;6899;p5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0" name="Google Shape;6900;p5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1" name="Google Shape;6901;p5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6902" name="Google Shape;6902;p5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3" name="Google Shape;6903;p5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4" name="Google Shape;6904;p5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6905" name="Google Shape;6905;p5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6" name="Google Shape;6906;p5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7" name="Google Shape;6907;p5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6908" name="Google Shape;6908;p5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9" name="Google Shape;6909;p5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0" name="Google Shape;6910;p5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6911" name="Google Shape;6911;p5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2" name="Google Shape;6912;p5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3" name="Google Shape;6913;p5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6914" name="Google Shape;6914;p5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5" name="Google Shape;6915;p5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16" name="Google Shape;6916;p59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6917" name="Google Shape;6917;p5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18" name="Google Shape;6918;p5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6919" name="Google Shape;6919;p5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0" name="Google Shape;6920;p5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21" name="Google Shape;6921;p5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6922" name="Google Shape;6922;p5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3" name="Google Shape;6923;p5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24" name="Google Shape;6924;p59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6925" name="Google Shape;6925;p59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6926" name="Google Shape;6926;p5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7" name="Google Shape;6927;p5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8" name="Google Shape;6928;p5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9" name="Google Shape;6929;p5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0" name="Google Shape;6930;p5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1" name="Google Shape;6931;p5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2" name="Google Shape;6932;p5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6933" name="Google Shape;6933;p5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4" name="Google Shape;6934;p5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5" name="Google Shape;6935;p5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6936" name="Google Shape;6936;p5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7" name="Google Shape;6937;p5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8" name="Google Shape;6938;p5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6939" name="Google Shape;6939;p5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0" name="Google Shape;6940;p5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1" name="Google Shape;6941;p5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6942" name="Google Shape;6942;p5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3" name="Google Shape;6943;p5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4" name="Google Shape;6944;p5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6945" name="Google Shape;6945;p5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6" name="Google Shape;6946;p5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7" name="Google Shape;6947;p5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6948" name="Google Shape;6948;p5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9" name="Google Shape;6949;p5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0" name="Google Shape;6950;p5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6951" name="Google Shape;6951;p5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2" name="Google Shape;6952;p5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3" name="Google Shape;6953;p5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6954" name="Google Shape;6954;p5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5" name="Google Shape;6955;p5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6" name="Google Shape;6956;p5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6957" name="Google Shape;6957;p5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8" name="Google Shape;6958;p5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59" name="Google Shape;6959;p59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6960" name="Google Shape;6960;p5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6961" name="Google Shape;6961;p5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2" name="Google Shape;6962;p5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3" name="Google Shape;6963;p5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4" name="Google Shape;6964;p5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5" name="Google Shape;6965;p5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6" name="Google Shape;6966;p5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7" name="Google Shape;6967;p5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8" name="Google Shape;6968;p5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9" name="Google Shape;6969;p5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0" name="Google Shape;6970;p5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1" name="Google Shape;6971;p5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2" name="Google Shape;6972;p5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3" name="Google Shape;6973;p5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4" name="Google Shape;6974;p5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5" name="Google Shape;6975;p5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6" name="Google Shape;6976;p5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7" name="Google Shape;6977;p5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8" name="Google Shape;6978;p5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6979" name="Google Shape;6979;p5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0" name="Google Shape;6980;p5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1" name="Google Shape;6981;p5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6982" name="Google Shape;6982;p5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3" name="Google Shape;6983;p5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4" name="Google Shape;6984;p5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6985" name="Google Shape;6985;p5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6" name="Google Shape;6986;p5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7" name="Google Shape;6987;p5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6988" name="Google Shape;6988;p5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9" name="Google Shape;6989;p5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0" name="Google Shape;6990;p5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6991" name="Google Shape;6991;p5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2" name="Google Shape;6992;p5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3" name="Google Shape;6993;p5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6994" name="Google Shape;6994;p5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5" name="Google Shape;6995;p5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6" name="Google Shape;6996;p5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6997" name="Google Shape;6997;p5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8" name="Google Shape;6998;p5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9" name="Google Shape;6999;p5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7000" name="Google Shape;7000;p5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1" name="Google Shape;7001;p5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2" name="Google Shape;7002;p5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7003" name="Google Shape;7003;p5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4" name="Google Shape;7004;p5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5" name="Google Shape;7005;p5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7006" name="Google Shape;7006;p5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7" name="Google Shape;7007;p5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8" name="Google Shape;7008;p5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7009" name="Google Shape;7009;p5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0" name="Google Shape;7010;p5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1" name="Google Shape;7011;p5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7012" name="Google Shape;7012;p5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3" name="Google Shape;7013;p5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4" name="Google Shape;7014;p5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7015" name="Google Shape;7015;p5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6" name="Google Shape;7016;p5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17" name="Google Shape;7017;p59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7018" name="Google Shape;7018;p5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19" name="Google Shape;7019;p5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7020" name="Google Shape;7020;p5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1" name="Google Shape;7021;p5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022" name="Google Shape;7022;p5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7023" name="Google Shape;7023;p5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4" name="Google Shape;7024;p5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025" name="Google Shape;7025;p5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7026" name="Google Shape;7026;p5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7" name="Google Shape;7027;p5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8" name="Google Shape;7028;p5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9" name="Google Shape;7029;p5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30" name="Google Shape;7030;p5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31" name="Google Shape;7031;p5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32" name="Google Shape;7032;p5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33" name="Google Shape;7033;p5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7034" name="Google Shape;7034;p5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7035" name="Google Shape;7035;p5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6" name="Google Shape;7036;p5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7" name="Google Shape;7037;p5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8" name="Google Shape;7038;p5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9" name="Google Shape;7039;p5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0" name="Google Shape;7040;p5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1" name="Google Shape;7041;p5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2" name="Google Shape;7042;p5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3" name="Google Shape;7043;p5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4" name="Google Shape;7044;p5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5" name="Google Shape;7045;p5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6" name="Google Shape;7046;p5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7" name="Google Shape;7047;p5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8" name="Google Shape;7048;p5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7049" name="Google Shape;7049;p5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7050" name="Google Shape;7050;p5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1" name="Google Shape;7051;p5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2" name="Google Shape;7052;p5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3" name="Google Shape;7053;p5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4" name="Google Shape;7054;p5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5" name="Google Shape;7055;p5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6" name="Google Shape;7056;p5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7" name="Google Shape;7057;p5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8" name="Google Shape;7058;p5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9" name="Google Shape;7059;p5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0" name="Google Shape;7060;p5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1" name="Google Shape;7061;p5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2" name="Google Shape;7062;p5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3" name="Google Shape;7063;p5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4" name="Google Shape;7064;p5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5" name="Google Shape;7065;p5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6" name="Google Shape;7066;p5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7" name="Google Shape;7067;p5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8" name="Google Shape;7068;p5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9" name="Google Shape;7069;p5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70" name="Google Shape;7070;p5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71" name="Google Shape;7071;p5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72" name="Google Shape;7072;p5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73" name="Google Shape;7073;p5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7074" name="Google Shape;7074;p5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7075" name="Google Shape;7075;p5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7076" name="Google Shape;7076;p5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7077" name="Google Shape;7077;p5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8" name="Google Shape;7078;p5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9" name="Google Shape;7079;p5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80" name="Google Shape;7080;p5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81" name="Google Shape;7081;p5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82" name="Google Shape;7082;p5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83" name="Google Shape;7083;p5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7084" name="Google Shape;7084;p5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7085" name="Google Shape;7085;p5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6" name="Google Shape;7086;p5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7" name="Google Shape;7087;p5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8" name="Google Shape;7088;p5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9" name="Google Shape;7089;p5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0" name="Google Shape;7090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1" name="Google Shape;7091;p5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2" name="Google Shape;7092;p5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3" name="Google Shape;7093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4" name="Google Shape;7094;p5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5" name="Google Shape;7095;p5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6" name="Google Shape;7096;p5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7" name="Google Shape;7097;p5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098" name="Google Shape;7098;p5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099" name="Google Shape;7099;p5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100" name="Google Shape;7100;p5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101" name="Google Shape;7101;p5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102" name="Google Shape;7102;p5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103" name="Google Shape;7103;p5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104" name="Google Shape;7104;p5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105" name="Google Shape;7105;p5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106" name="Google Shape;7106;p5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107" name="Google Shape;7107;p5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08" name="Google Shape;7108;p5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09" name="Google Shape;7109;p5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10" name="Google Shape;7110;p5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11" name="Google Shape;7111;p5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112" name="Google Shape;7112;p5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113" name="Google Shape;7113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114" name="Google Shape;7114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115" name="Google Shape;7115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116" name="Google Shape;7116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117" name="Google Shape;7117;p5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118" name="Google Shape;7118;p5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119" name="Google Shape;7119;p5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120" name="Google Shape;7120;p5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121" name="Google Shape;7121;p5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122" name="Google Shape;7122;p5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3" name="Google Shape;7123;p5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4" name="Google Shape;7124;p5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125" name="Google Shape;7125;p5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6" name="Google Shape;7126;p5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7" name="Google Shape;7127;p5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128" name="Google Shape;7128;p5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9" name="Google Shape;7129;p5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0" name="Google Shape;7130;p5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131" name="Google Shape;7131;p5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2" name="Google Shape;7132;p5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3" name="Google Shape;7133;p5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134" name="Google Shape;7134;p5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5" name="Google Shape;7135;p5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6" name="Google Shape;7136;p5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137" name="Google Shape;7137;p5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8" name="Google Shape;7138;p5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9" name="Google Shape;7139;p5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140" name="Google Shape;7140;p5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1" name="Google Shape;7141;p5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2" name="Google Shape;7142;p5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143" name="Google Shape;7143;p5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4" name="Google Shape;7144;p5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5" name="Google Shape;7145;p5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146" name="Google Shape;7146;p5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7" name="Google Shape;7147;p5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8" name="Google Shape;7148;p5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149" name="Google Shape;7149;p5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0" name="Google Shape;7150;p5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1" name="Google Shape;7151;p5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152" name="Google Shape;7152;p5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3" name="Google Shape;7153;p5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4" name="Google Shape;7154;p5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155" name="Google Shape;7155;p5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6" name="Google Shape;7156;p5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7" name="Google Shape;7157;p5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158" name="Google Shape;7158;p5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9" name="Google Shape;7159;p5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0" name="Google Shape;7160;p5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161" name="Google Shape;7161;p5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2" name="Google Shape;7162;p5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3" name="Google Shape;7163;p5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164" name="Google Shape;7164;p5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5" name="Google Shape;7165;p5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6" name="Google Shape;7166;p5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167" name="Google Shape;7167;p5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8" name="Google Shape;7168;p5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9" name="Google Shape;7169;p5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170" name="Google Shape;7170;p5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1" name="Google Shape;7171;p5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2" name="Google Shape;7172;p5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173" name="Google Shape;7173;p5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4" name="Google Shape;7174;p5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5" name="Google Shape;7175;p5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176" name="Google Shape;7176;p5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7" name="Google Shape;7177;p5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8" name="Google Shape;7178;p5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179" name="Google Shape;7179;p5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0" name="Google Shape;7180;p5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1" name="Google Shape;7181;p5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182" name="Google Shape;7182;p5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3" name="Google Shape;7183;p5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4" name="Google Shape;7184;p5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185" name="Google Shape;7185;p5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6" name="Google Shape;7186;p5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7" name="Google Shape;7187;p5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188" name="Google Shape;7188;p5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9" name="Google Shape;7189;p5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0" name="Google Shape;7190;p5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191" name="Google Shape;7191;p5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2" name="Google Shape;7192;p5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3" name="Google Shape;7193;p5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194" name="Google Shape;7194;p5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5" name="Google Shape;7195;p5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6" name="Google Shape;7196;p5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197" name="Google Shape;7197;p5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8" name="Google Shape;7198;p5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9" name="Google Shape;7199;p5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200" name="Google Shape;7200;p5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1" name="Google Shape;7201;p5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2" name="Google Shape;7202;p5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203" name="Google Shape;7203;p5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4" name="Google Shape;7204;p5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5" name="Google Shape;7205;p5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206" name="Google Shape;7206;p5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7" name="Google Shape;7207;p5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8" name="Google Shape;7208;p5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209" name="Google Shape;7209;p5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0" name="Google Shape;7210;p5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1" name="Google Shape;7211;p5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212" name="Google Shape;7212;p5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3" name="Google Shape;7213;p5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4" name="Google Shape;7214;p5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215" name="Google Shape;7215;p5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6" name="Google Shape;7216;p5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7" name="Google Shape;7217;p5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218" name="Google Shape;7218;p5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9" name="Google Shape;7219;p5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0" name="Google Shape;7220;p5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221" name="Google Shape;7221;p5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2" name="Google Shape;7222;p5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3" name="Google Shape;7223;p5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224" name="Google Shape;7224;p5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5" name="Google Shape;7225;p5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6" name="Google Shape;7226;p5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227" name="Google Shape;7227;p5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8" name="Google Shape;7228;p5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9" name="Google Shape;7229;p5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230" name="Google Shape;7230;p5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1" name="Google Shape;7231;p5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2" name="Google Shape;7232;p5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233" name="Google Shape;7233;p5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4" name="Google Shape;7234;p5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5" name="Google Shape;7235;p5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236" name="Google Shape;7236;p5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7" name="Google Shape;7237;p5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8" name="Google Shape;7238;p5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239" name="Google Shape;7239;p5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0" name="Google Shape;7240;p5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1" name="Google Shape;7241;p5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242" name="Google Shape;7242;p5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3" name="Google Shape;7243;p5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4" name="Google Shape;7244;p5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245" name="Google Shape;7245;p5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6" name="Google Shape;7246;p5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7" name="Google Shape;7247;p5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248" name="Google Shape;7248;p5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9" name="Google Shape;7249;p5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0" name="Google Shape;7250;p5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251" name="Google Shape;7251;p5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2" name="Google Shape;7252;p5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3" name="Google Shape;7253;p5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254" name="Google Shape;7254;p5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5" name="Google Shape;7255;p5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6" name="Google Shape;7256;p5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257" name="Google Shape;7257;p5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8" name="Google Shape;7258;p5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9" name="Google Shape;7259;p5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260" name="Google Shape;7260;p5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1" name="Google Shape;7261;p5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2" name="Google Shape;7262;p5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263" name="Google Shape;7263;p5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4" name="Google Shape;7264;p5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5" name="Google Shape;7265;p5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266" name="Google Shape;7266;p5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7" name="Google Shape;7267;p5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8" name="Google Shape;7268;p5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269" name="Google Shape;7269;p5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0" name="Google Shape;7270;p5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1" name="Google Shape;7271;p5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272" name="Google Shape;7272;p5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3" name="Google Shape;7273;p5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4" name="Google Shape;7274;p5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275" name="Google Shape;7275;p5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6" name="Google Shape;7276;p5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7" name="Google Shape;7277;p5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278" name="Google Shape;7278;p5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9" name="Google Shape;7279;p5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0" name="Google Shape;7280;p5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281" name="Google Shape;7281;p5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2" name="Google Shape;7282;p5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3" name="Google Shape;7283;p5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284" name="Google Shape;7284;p5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5" name="Google Shape;7285;p5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6" name="Google Shape;7286;p5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287" name="Google Shape;7287;p5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8" name="Google Shape;7288;p5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9" name="Google Shape;7289;p5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290" name="Google Shape;7290;p5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1" name="Google Shape;7291;p5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2" name="Google Shape;7292;p5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293" name="Google Shape;7293;p5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4" name="Google Shape;7294;p5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5" name="Google Shape;7295;p5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296" name="Google Shape;7296;p5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7" name="Google Shape;7297;p5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8" name="Google Shape;7298;p5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299" name="Google Shape;7299;p5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0" name="Google Shape;7300;p5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1" name="Google Shape;7301;p5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302" name="Google Shape;7302;p5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3" name="Google Shape;7303;p5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4" name="Google Shape;7304;p5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305" name="Google Shape;7305;p5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6" name="Google Shape;7306;p5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07" name="Google Shape;7307;p5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8" name="Google Shape;7308;p5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09" name="Google Shape;7309;p5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310" name="Google Shape;7310;p5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1" name="Google Shape;7311;p5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2" name="Google Shape;7312;p5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313" name="Google Shape;7313;p5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4" name="Google Shape;7314;p5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15" name="Google Shape;7315;p5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6" name="Google Shape;7316;p5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17" name="Google Shape;7317;p5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318" name="Google Shape;7318;p5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9" name="Google Shape;7319;p5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0" name="Google Shape;7320;p5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321" name="Google Shape;7321;p5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2" name="Google Shape;7322;p5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3" name="Google Shape;7323;p5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324" name="Google Shape;7324;p5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5" name="Google Shape;7325;p5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6" name="Google Shape;7326;p5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327" name="Google Shape;7327;p5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5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9" name="Google Shape;7329;p5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330" name="Google Shape;7330;p5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5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2" name="Google Shape;7332;p5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333" name="Google Shape;7333;p5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4" name="Google Shape;7334;p5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5" name="Google Shape;7335;p5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336" name="Google Shape;7336;p5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7" name="Google Shape;7337;p5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8" name="Google Shape;7338;p5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339" name="Google Shape;7339;p5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0" name="Google Shape;7340;p5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1" name="Google Shape;7341;p5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342" name="Google Shape;7342;p5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3" name="Google Shape;7343;p5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4" name="Google Shape;7344;p5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345" name="Google Shape;7345;p5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6" name="Google Shape;7346;p5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7" name="Google Shape;7347;p5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348" name="Google Shape;7348;p5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9" name="Google Shape;7349;p5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0" name="Google Shape;7350;p5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351" name="Google Shape;7351;p5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2" name="Google Shape;7352;p5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53" name="Google Shape;7353;p5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5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55" name="Google Shape;7355;p5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356" name="Google Shape;7356;p5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7" name="Google Shape;7357;p5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8" name="Google Shape;7358;p5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359" name="Google Shape;7359;p5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0" name="Google Shape;7360;p5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1" name="Google Shape;7361;p5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362" name="Google Shape;7362;p5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3" name="Google Shape;7363;p5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4" name="Google Shape;7364;p5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365" name="Google Shape;7365;p5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6" name="Google Shape;7366;p5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7" name="Google Shape;7367;p5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368" name="Google Shape;7368;p5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9" name="Google Shape;7369;p5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0" name="Google Shape;7370;p5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371" name="Google Shape;7371;p5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2" name="Google Shape;7372;p5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3" name="Google Shape;7373;p5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374" name="Google Shape;7374;p5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5" name="Google Shape;7375;p5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6" name="Google Shape;7376;p5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377" name="Google Shape;7377;p5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8" name="Google Shape;7378;p5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9" name="Google Shape;7379;p5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380" name="Google Shape;7380;p5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1" name="Google Shape;7381;p5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2" name="Google Shape;7382;p5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383" name="Google Shape;7383;p5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4" name="Google Shape;7384;p5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5" name="Google Shape;7385;p5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386" name="Google Shape;7386;p5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7" name="Google Shape;7387;p5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8" name="Google Shape;7388;p5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389" name="Google Shape;7389;p5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0" name="Google Shape;7390;p5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1" name="Google Shape;7391;p5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392" name="Google Shape;7392;p5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3" name="Google Shape;7393;p5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4" name="Google Shape;7394;p5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395" name="Google Shape;7395;p5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6" name="Google Shape;7396;p5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7" name="Google Shape;7397;p5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398" name="Google Shape;7398;p5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9" name="Google Shape;7399;p5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0" name="Google Shape;7400;p5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401" name="Google Shape;7401;p5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2" name="Google Shape;7402;p5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3" name="Google Shape;7403;p5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404" name="Google Shape;7404;p5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5" name="Google Shape;7405;p5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6" name="Google Shape;7406;p5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407" name="Google Shape;7407;p5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8" name="Google Shape;7408;p5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9" name="Google Shape;7409;p5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410" name="Google Shape;7410;p5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1" name="Google Shape;7411;p5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2" name="Google Shape;7412;p5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413" name="Google Shape;7413;p5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4" name="Google Shape;7414;p5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5" name="Google Shape;7415;p5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416" name="Google Shape;7416;p5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7" name="Google Shape;7417;p5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8" name="Google Shape;7418;p5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419" name="Google Shape;7419;p5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0" name="Google Shape;7420;p5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1" name="Google Shape;7421;p5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422" name="Google Shape;7422;p5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3" name="Google Shape;7423;p5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4" name="Google Shape;7424;p5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425" name="Google Shape;7425;p5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6" name="Google Shape;7426;p5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27" name="Google Shape;7427;p5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8" name="Google Shape;7428;p5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29" name="Google Shape;7429;p5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430" name="Google Shape;7430;p5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1" name="Google Shape;7431;p5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2" name="Google Shape;7432;p5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433" name="Google Shape;7433;p5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4" name="Google Shape;7434;p5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5" name="Google Shape;7435;p5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436" name="Google Shape;7436;p5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7" name="Google Shape;7437;p5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438" name="Google Shape;7438;p59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439" name="Google Shape;7439;p59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440" name="Google Shape;7440;p5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1" name="Google Shape;7441;p5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2" name="Google Shape;7442;p5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3" name="Google Shape;7443;p5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4" name="Google Shape;7444;p5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5" name="Google Shape;7445;p5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6" name="Google Shape;7446;p5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7" name="Google Shape;7447;p5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8" name="Google Shape;7448;p5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9" name="Google Shape;7449;p5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0" name="Google Shape;7450;p5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1" name="Google Shape;7451;p5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2" name="Google Shape;7452;p5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3" name="Google Shape;7453;p5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4" name="Google Shape;7454;p5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5" name="Google Shape;7455;p5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6" name="Google Shape;7456;p5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7" name="Google Shape;7457;p5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8" name="Google Shape;7458;p5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9" name="Google Shape;7459;p5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0" name="Google Shape;7460;p5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1" name="Google Shape;7461;p5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2" name="Google Shape;7462;p5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3" name="Google Shape;7463;p5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4" name="Google Shape;7464;p5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5" name="Google Shape;7465;p5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6" name="Google Shape;7466;p5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7" name="Google Shape;7467;p5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8" name="Google Shape;7468;p5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9" name="Google Shape;7469;p5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0" name="Google Shape;7470;p5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1" name="Google Shape;7471;p5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2" name="Google Shape;7472;p5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3" name="Google Shape;7473;p5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4" name="Google Shape;7474;p5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5" name="Google Shape;7475;p5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6" name="Google Shape;7476;p5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7" name="Google Shape;7477;p5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8" name="Google Shape;7478;p5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9" name="Google Shape;7479;p5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0" name="Google Shape;7480;p5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1" name="Google Shape;7481;p5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2" name="Google Shape;7482;p5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3" name="Google Shape;7483;p5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4" name="Google Shape;7484;p5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5" name="Google Shape;7485;p5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6" name="Google Shape;7486;p5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7" name="Google Shape;7487;p5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8" name="Google Shape;7488;p5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9" name="Google Shape;7489;p5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0" name="Google Shape;7490;p5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1" name="Google Shape;7491;p5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2" name="Google Shape;7492;p5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3" name="Google Shape;7493;p5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4" name="Google Shape;7494;p5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5" name="Google Shape;7495;p5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6" name="Google Shape;7496;p5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497" name="Google Shape;7497;p5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8" name="Google Shape;7498;p5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9" name="Google Shape;7499;p5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500" name="Google Shape;7500;p5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1" name="Google Shape;7501;p5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2" name="Google Shape;7502;p5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503" name="Google Shape;7503;p5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4" name="Google Shape;7504;p5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5" name="Google Shape;7505;p5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506" name="Google Shape;7506;p5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7" name="Google Shape;7507;p5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8" name="Google Shape;7508;p5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509" name="Google Shape;7509;p5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0" name="Google Shape;7510;p5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1" name="Google Shape;7511;p5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512" name="Google Shape;7512;p5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3" name="Google Shape;7513;p5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4" name="Google Shape;7514;p5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515" name="Google Shape;7515;p5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6" name="Google Shape;7516;p5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7" name="Google Shape;7517;p5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518" name="Google Shape;7518;p5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9" name="Google Shape;7519;p5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0" name="Google Shape;7520;p5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521" name="Google Shape;7521;p5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2" name="Google Shape;7522;p5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3" name="Google Shape;7523;p5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524" name="Google Shape;7524;p5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5" name="Google Shape;7525;p5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6" name="Google Shape;7526;p5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527" name="Google Shape;7527;p5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8" name="Google Shape;7528;p5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29" name="Google Shape;7529;p5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0" name="Google Shape;7530;p5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31" name="Google Shape;7531;p5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532" name="Google Shape;7532;p5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3" name="Google Shape;7533;p5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4" name="Google Shape;7534;p5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535" name="Google Shape;7535;p5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6" name="Google Shape;7536;p5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7" name="Google Shape;7537;p5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538" name="Google Shape;7538;p5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9" name="Google Shape;7539;p5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0" name="Google Shape;7540;p5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541" name="Google Shape;7541;p5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2" name="Google Shape;7542;p5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3" name="Google Shape;7543;p5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544" name="Google Shape;7544;p5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5" name="Google Shape;7545;p5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6" name="Google Shape;7546;p5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547" name="Google Shape;7547;p5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8" name="Google Shape;7548;p5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9" name="Google Shape;7549;p5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550" name="Google Shape;7550;p5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1" name="Google Shape;7551;p5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2" name="Google Shape;7552;p5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553" name="Google Shape;7553;p5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4" name="Google Shape;7554;p5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5" name="Google Shape;7555;p5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556" name="Google Shape;7556;p5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7" name="Google Shape;7557;p5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8" name="Google Shape;7558;p5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559" name="Google Shape;7559;p5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0" name="Google Shape;7560;p5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1" name="Google Shape;7561;p5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562" name="Google Shape;7562;p5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3" name="Google Shape;7563;p5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4" name="Google Shape;7564;p5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565" name="Google Shape;7565;p5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6" name="Google Shape;7566;p5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7" name="Google Shape;7567;p5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568" name="Google Shape;7568;p5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9" name="Google Shape;7569;p5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0" name="Google Shape;7570;p5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571" name="Google Shape;7571;p5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2" name="Google Shape;7572;p5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3" name="Google Shape;7573;p5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574" name="Google Shape;7574;p5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5" name="Google Shape;7575;p5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6" name="Google Shape;7576;p5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577" name="Google Shape;7577;p5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8" name="Google Shape;7578;p5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9" name="Google Shape;7579;p5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580" name="Google Shape;7580;p5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1" name="Google Shape;7581;p5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2" name="Google Shape;7582;p5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583" name="Google Shape;7583;p5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4" name="Google Shape;7584;p5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5" name="Google Shape;7585;p5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586" name="Google Shape;7586;p5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7" name="Google Shape;7587;p5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8" name="Google Shape;7588;p5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589" name="Google Shape;7589;p5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0" name="Google Shape;7590;p5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1" name="Google Shape;7591;p5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592" name="Google Shape;7592;p5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3" name="Google Shape;7593;p5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4" name="Google Shape;7594;p5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595" name="Google Shape;7595;p5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6" name="Google Shape;7596;p5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7" name="Google Shape;7597;p5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598" name="Google Shape;7598;p5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9" name="Google Shape;7599;p5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0" name="Google Shape;7600;p5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601" name="Google Shape;7601;p5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2" name="Google Shape;7602;p5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3" name="Google Shape;7603;p5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604" name="Google Shape;7604;p5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5" name="Google Shape;7605;p5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6" name="Google Shape;7606;p5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607" name="Google Shape;7607;p5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8" name="Google Shape;7608;p5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9" name="Google Shape;7609;p5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610" name="Google Shape;7610;p5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1" name="Google Shape;7611;p5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2" name="Google Shape;7612;p5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613" name="Google Shape;7613;p5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4" name="Google Shape;7614;p5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5" name="Google Shape;7615;p5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616" name="Google Shape;7616;p5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7" name="Google Shape;7617;p5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8" name="Google Shape;7618;p5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619" name="Google Shape;7619;p5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0" name="Google Shape;7620;p5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1" name="Google Shape;7621;p5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622" name="Google Shape;7622;p5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3" name="Google Shape;7623;p5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4" name="Google Shape;7624;p5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625" name="Google Shape;7625;p5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6" name="Google Shape;7626;p5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7" name="Google Shape;7627;p5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628" name="Google Shape;7628;p5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9" name="Google Shape;7629;p5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0" name="Google Shape;7630;p5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631" name="Google Shape;7631;p5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2" name="Google Shape;7632;p5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36" name="Shape 7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37" name="Google Shape;7637;p60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638" name="Google Shape;7638;p60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639" name="Google Shape;7639;p60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0" name="Google Shape;7640;p60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1" name="Google Shape;7641;p60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2" name="Google Shape;7642;p60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3" name="Google Shape;7643;p60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4" name="Google Shape;7644;p60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5" name="Google Shape;7645;p60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46" name="Google Shape;7646;p60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647" name="Google Shape;7647;p60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8" name="Google Shape;7648;p60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9" name="Google Shape;7649;p60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0" name="Google Shape;7650;p60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1" name="Google Shape;7651;p60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52" name="Google Shape;7652;p60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653" name="Google Shape;7653;p60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654" name="Google Shape;7654;p60"/>
              <p:cNvCxnSpPr>
                <a:endCxn id="7655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56" name="Google Shape;7656;p60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57" name="Google Shape;7657;p60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58" name="Google Shape;7658;p60"/>
              <p:cNvCxnSpPr>
                <a:stCxn id="7655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659" name="Google Shape;7659;p60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660" name="Google Shape;7660;p60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61" name="Google Shape;7661;p60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62" name="Google Shape;7662;p60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0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64" name="Google Shape;7664;p60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665" name="Google Shape;7665;p60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66" name="Google Shape;7666;p60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67" name="Google Shape;7667;p60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668" name="Google Shape;7668;p60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69" name="Google Shape;7669;p60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70" name="Google Shape;7670;p60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0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71" name="Google Shape;7671;p60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672" name="Google Shape;7672;p60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73" name="Google Shape;7673;p60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74" name="Google Shape;7674;p60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675" name="Google Shape;7675;p60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676" name="Google Shape;7676;p60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77" name="Google Shape;7677;p60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78" name="Google Shape;7678;p60"/>
              <p:cNvCxnSpPr>
                <a:stCxn id="7679" idx="6"/>
                <a:endCxn id="7680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681" name="Google Shape;7681;p60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682" name="Google Shape;7682;p60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80" name="Google Shape;7680;p60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3" name="Google Shape;7683;p60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4" name="Google Shape;7684;p60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685" name="Google Shape;7685;p60"/>
              <p:cNvCxnSpPr>
                <a:stCxn id="7686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87" name="Google Shape;7687;p60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6" name="Google Shape;7686;p60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8" name="Google Shape;7688;p60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689" name="Google Shape;7689;p60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90" name="Google Shape;7690;p60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1" name="Google Shape;7691;p60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92" name="Google Shape;7692;p60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693" name="Google Shape;7693;p60"/>
              <p:cNvCxnSpPr>
                <a:stCxn id="7694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79" name="Google Shape;7679;p6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4" name="Google Shape;7694;p6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95" name="Google Shape;7695;p60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696" name="Google Shape;7696;p60"/>
            <p:cNvCxnSpPr>
              <a:stCxn id="7697" idx="4"/>
              <a:endCxn id="7698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99" name="Google Shape;7699;p60"/>
            <p:cNvCxnSpPr>
              <a:stCxn id="7698" idx="0"/>
              <a:endCxn id="7700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01" name="Google Shape;7701;p60"/>
            <p:cNvCxnSpPr>
              <a:stCxn id="7700" idx="4"/>
              <a:endCxn id="7702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03" name="Google Shape;7703;p60"/>
            <p:cNvCxnSpPr>
              <a:stCxn id="7702" idx="0"/>
              <a:endCxn id="7704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704" name="Google Shape;7704;p6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0" name="Google Shape;7700;p6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7" name="Google Shape;7697;p6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2" name="Google Shape;7702;p6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8" name="Google Shape;7698;p6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05" name="Google Shape;7705;p60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706" name="Google Shape;7706;p6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60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712" name="Google Shape;7712;p6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0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719" name="Google Shape;7719;p60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720" name="Google Shape;7720;p60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721" name="Google Shape;7721;p60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722" name="Google Shape;7722;p60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723" name="Google Shape;7723;p60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724" name="Google Shape;7724;p60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5" name="Google Shape;7725;p60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6" name="Google Shape;7726;p60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27" name="Google Shape;7727;p60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728" name="Google Shape;7728;p6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31" name="Google Shape;7731;p60"/>
            <p:cNvCxnSpPr>
              <a:stCxn id="7728" idx="6"/>
              <a:endCxn id="7729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2" name="Google Shape;7732;p60"/>
            <p:cNvCxnSpPr>
              <a:stCxn id="7729" idx="4"/>
              <a:endCxn id="773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4" name="Google Shape;7734;p60"/>
            <p:cNvCxnSpPr>
              <a:stCxn id="7733" idx="6"/>
              <a:endCxn id="7730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5" name="Google Shape;7735;p60"/>
            <p:cNvCxnSpPr>
              <a:stCxn id="7730" idx="4"/>
              <a:endCxn id="773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733" name="Google Shape;7733;p6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38" name="Google Shape;7738;p60"/>
            <p:cNvCxnSpPr>
              <a:endCxn id="773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39" name="Google Shape;7739;p60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740" name="Google Shape;7740;p6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60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746" name="Google Shape;7746;p60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0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0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0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0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51" name="Google Shape;7751;p60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52" name="Google Shape;7752;p60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53" name="Google Shape;7753;p60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54" name="Google Shape;7754;p60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55" name="Google Shape;7755;p60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756" name="Google Shape;7756;p60"/>
            <p:cNvCxnSpPr>
              <a:stCxn id="7757" idx="2"/>
              <a:endCxn id="7758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59" name="Google Shape;7759;p60"/>
            <p:cNvCxnSpPr>
              <a:stCxn id="7760" idx="0"/>
              <a:endCxn id="7757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61" name="Google Shape;7761;p60"/>
            <p:cNvCxnSpPr>
              <a:stCxn id="7760" idx="2"/>
              <a:endCxn id="7762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63" name="Google Shape;7763;p60"/>
            <p:cNvCxnSpPr>
              <a:stCxn id="7764" idx="0"/>
              <a:endCxn id="7760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65" name="Google Shape;7765;p60"/>
            <p:cNvCxnSpPr>
              <a:stCxn id="7758" idx="2"/>
              <a:endCxn id="7766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67" name="Google Shape;7767;p60"/>
            <p:cNvCxnSpPr>
              <a:stCxn id="7768" idx="0"/>
              <a:endCxn id="7758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764" name="Google Shape;7764;p60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62" name="Google Shape;7762;p60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68" name="Google Shape;7768;p60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66" name="Google Shape;7766;p60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8" name="Google Shape;7758;p60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60" name="Google Shape;7760;p60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7" name="Google Shape;7757;p60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769" name="Google Shape;7769;p60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770" name="Google Shape;7770;p60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771" name="Google Shape;7771;p6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72" name="Google Shape;7772;p6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773" name="Google Shape;7773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74" name="Google Shape;7774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775" name="Google Shape;7775;p60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776" name="Google Shape;7776;p60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77" name="Google Shape;7777;p60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778" name="Google Shape;7778;p60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779" name="Google Shape;7779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80" name="Google Shape;7780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81" name="Google Shape;7781;p60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82" name="Google Shape;7782;p60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783" name="Google Shape;7783;p60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84" name="Google Shape;7784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85" name="Google Shape;7785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86" name="Google Shape;7786;p60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87" name="Google Shape;7787;p60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788" name="Google Shape;7788;p60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89" name="Google Shape;7789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90" name="Google Shape;7790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91" name="Google Shape;7791;p60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92" name="Google Shape;7792;p60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793" name="Google Shape;7793;p6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794" name="Google Shape;7794;p6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5" name="Google Shape;7795;p6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6" name="Google Shape;7796;p6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7" name="Google Shape;7797;p6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798" name="Google Shape;7798;p6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9" name="Google Shape;7799;p6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6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01" name="Google Shape;7801;p6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802" name="Google Shape;7802;p6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3" name="Google Shape;7803;p6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4" name="Google Shape;7804;p6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05" name="Google Shape;7805;p6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806" name="Google Shape;7806;p6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7" name="Google Shape;7807;p6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8" name="Google Shape;7808;p6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09" name="Google Shape;7809;p60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810" name="Google Shape;7810;p6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60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821" name="Google Shape;7821;p60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0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0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0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0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0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0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0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0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0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0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0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0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0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0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0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0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0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0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0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0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0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0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0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0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46" name="Google Shape;7846;p60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847" name="Google Shape;7847;p60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8" name="Google Shape;7848;p60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9" name="Google Shape;7849;p60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0" name="Google Shape;7850;p60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1" name="Google Shape;7851;p60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2" name="Google Shape;7852;p60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3" name="Google Shape;7853;p60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4" name="Google Shape;7854;p60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5" name="Google Shape;7855;p60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6" name="Google Shape;7856;p60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7" name="Google Shape;7857;p60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8" name="Google Shape;7858;p60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9" name="Google Shape;7859;p60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0" name="Google Shape;7860;p60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1" name="Google Shape;7861;p60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2" name="Google Shape;7862;p60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3" name="Google Shape;7863;p60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4" name="Google Shape;7864;p60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5" name="Google Shape;7865;p60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6" name="Google Shape;7866;p60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67" name="Google Shape;7867;p60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0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0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0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0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0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0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0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0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0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0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0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0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7882" name="Google Shape;7882;p60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0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0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0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0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0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0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0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0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0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0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0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0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0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0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0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0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0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0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0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0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0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0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0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0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0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0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0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0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60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7915" name="Google Shape;7915;p60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7916" name="Google Shape;7916;p60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0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0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0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0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60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7922" name="Google Shape;7922;p60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7923" name="Google Shape;7923;p60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7924" name="Google Shape;7924;p60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925" name="Google Shape;7925;p60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6" name="Google Shape;7926;p60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7" name="Google Shape;7927;p60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8" name="Google Shape;7928;p60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9" name="Google Shape;7929;p60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30" name="Google Shape;7930;p60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31" name="Google Shape;7931;p60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32" name="Google Shape;7932;p60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933" name="Google Shape;7933;p60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7934" name="Google Shape;7934;p60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7935" name="Google Shape;7935;p60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936" name="Google Shape;7936;p60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937" name="Google Shape;7937;p60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938" name="Google Shape;7938;p60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39" name="Google Shape;7939;p60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940" name="Google Shape;7940;p60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941" name="Google Shape;7941;p60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942" name="Google Shape;7942;p60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943" name="Google Shape;7943;p60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944" name="Google Shape;7944;p60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945" name="Google Shape;7945;p60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46" name="Google Shape;7946;p60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47" name="Google Shape;7947;p60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948" name="Google Shape;7948;p60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49" name="Google Shape;7949;p60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50" name="Google Shape;7950;p60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951" name="Google Shape;7951;p60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952" name="Google Shape;7952;p60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953" name="Google Shape;7953;p60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54" name="Google Shape;7954;p60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55" name="Google Shape;7955;p60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956" name="Google Shape;7956;p60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57" name="Google Shape;7957;p60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7958" name="Google Shape;7958;p60"/>
          <p:cNvGrpSpPr/>
          <p:nvPr/>
        </p:nvGrpSpPr>
        <p:grpSpPr>
          <a:xfrm>
            <a:off x="732462" y="1766083"/>
            <a:ext cx="962651" cy="810058"/>
            <a:chOff x="732462" y="1766083"/>
            <a:chExt cx="962651" cy="810058"/>
          </a:xfrm>
        </p:grpSpPr>
        <p:grpSp>
          <p:nvGrpSpPr>
            <p:cNvPr id="7959" name="Google Shape;7959;p60"/>
            <p:cNvGrpSpPr/>
            <p:nvPr/>
          </p:nvGrpSpPr>
          <p:grpSpPr>
            <a:xfrm>
              <a:off x="732462" y="1908333"/>
              <a:ext cx="339369" cy="524756"/>
              <a:chOff x="844912" y="1819635"/>
              <a:chExt cx="329836" cy="510016"/>
            </a:xfrm>
          </p:grpSpPr>
          <p:sp>
            <p:nvSpPr>
              <p:cNvPr id="7960" name="Google Shape;7960;p60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1" name="Google Shape;7961;p60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2" name="Google Shape;7962;p60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3" name="Google Shape;7963;p60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4" name="Google Shape;7964;p60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5" name="Google Shape;7965;p60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66" name="Google Shape;7966;p60"/>
            <p:cNvGrpSpPr/>
            <p:nvPr/>
          </p:nvGrpSpPr>
          <p:grpSpPr>
            <a:xfrm>
              <a:off x="1184858" y="2256650"/>
              <a:ext cx="510255" cy="319491"/>
              <a:chOff x="1284601" y="2158168"/>
              <a:chExt cx="495923" cy="310517"/>
            </a:xfrm>
          </p:grpSpPr>
          <p:sp>
            <p:nvSpPr>
              <p:cNvPr id="7967" name="Google Shape;7967;p60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68" name="Google Shape;7968;p60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969" name="Google Shape;7969;p60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970" name="Google Shape;7970;p60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1" name="Google Shape;7971;p60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2" name="Google Shape;7972;p60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3" name="Google Shape;7973;p60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4" name="Google Shape;7974;p60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5" name="Google Shape;7975;p60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6" name="Google Shape;7976;p60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977" name="Google Shape;7977;p60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8" name="Google Shape;7978;p60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979" name="Google Shape;7979;p60"/>
            <p:cNvGrpSpPr/>
            <p:nvPr/>
          </p:nvGrpSpPr>
          <p:grpSpPr>
            <a:xfrm>
              <a:off x="1184858" y="1766083"/>
              <a:ext cx="510255" cy="319491"/>
              <a:chOff x="1284601" y="1681380"/>
              <a:chExt cx="495923" cy="310517"/>
            </a:xfrm>
          </p:grpSpPr>
          <p:sp>
            <p:nvSpPr>
              <p:cNvPr id="7980" name="Google Shape;7980;p60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81" name="Google Shape;7981;p60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982" name="Google Shape;7982;p60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983" name="Google Shape;7983;p60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4" name="Google Shape;7984;p60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5" name="Google Shape;7985;p60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6" name="Google Shape;7986;p60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7" name="Google Shape;7987;p60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8" name="Google Shape;7988;p60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9" name="Google Shape;7989;p60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990" name="Google Shape;7990;p60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91" name="Google Shape;7991;p60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992" name="Google Shape;7992;p60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7993" name="Google Shape;7993;p60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0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0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0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0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98" name="Google Shape;7998;p60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99" name="Google Shape;7999;p60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8000" name="Google Shape;8000;p60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1" name="Google Shape;8001;p60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2" name="Google Shape;8002;p60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3" name="Google Shape;8003;p60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4" name="Google Shape;8004;p60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005" name="Google Shape;8005;p60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8006" name="Google Shape;8006;p60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8007" name="Google Shape;8007;p60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8" name="Google Shape;8008;p60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9" name="Google Shape;8009;p60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10" name="Google Shape;8010;p60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8011" name="Google Shape;8011;p60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8012" name="Google Shape;8012;p60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8013" name="Google Shape;8013;p60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4" name="Google Shape;8014;p60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5" name="Google Shape;8015;p60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16" name="Google Shape;8016;p60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8017" name="Google Shape;8017;p60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8" name="Google Shape;8018;p60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19" name="Google Shape;8019;p60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8020" name="Google Shape;8020;p60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8021" name="Google Shape;8021;p60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2" name="Google Shape;8022;p60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3" name="Google Shape;8023;p60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24" name="Google Shape;8024;p60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8025" name="Google Shape;8025;p60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6" name="Google Shape;8026;p60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27" name="Google Shape;8027;p60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8028" name="Google Shape;8028;p60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8029" name="Google Shape;8029;p60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0" name="Google Shape;8030;p60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1" name="Google Shape;8031;p60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32" name="Google Shape;8032;p60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8033" name="Google Shape;8033;p60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4" name="Google Shape;8034;p60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035" name="Google Shape;8035;p60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036" name="Google Shape;8036;p60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037" name="Google Shape;8037;p60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038" name="Google Shape;8038;p60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9" name="Google Shape;8039;p60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0" name="Google Shape;8040;p60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41" name="Google Shape;8041;p60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042" name="Google Shape;8042;p60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3" name="Google Shape;8043;p60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44" name="Google Shape;8044;p60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045" name="Google Shape;8045;p60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046" name="Google Shape;8046;p60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7" name="Google Shape;8047;p60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8" name="Google Shape;8048;p60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49" name="Google Shape;8049;p60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050" name="Google Shape;8050;p60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1" name="Google Shape;8051;p60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52" name="Google Shape;8052;p60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053" name="Google Shape;8053;p60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054" name="Google Shape;8054;p60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5" name="Google Shape;8055;p60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6" name="Google Shape;8056;p60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57" name="Google Shape;8057;p60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058" name="Google Shape;8058;p60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9" name="Google Shape;8059;p60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63" name="Shape 8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64" name="Google Shape;8064;p61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065" name="Google Shape;8065;p61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066" name="Google Shape;8066;p61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67" name="Google Shape;8067;p61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68" name="Google Shape;8068;p61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069" name="Google Shape;8069;p61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70" name="Google Shape;8070;p61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71" name="Google Shape;8071;p61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72" name="Google Shape;8072;p61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73" name="Google Shape;8073;p61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74" name="Google Shape;8074;p61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075" name="Google Shape;8075;p61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6" name="Google Shape;8076;p61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7" name="Google Shape;8077;p61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8" name="Google Shape;8078;p61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9" name="Google Shape;8079;p61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0" name="Google Shape;8080;p61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1" name="Google Shape;8081;p61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2" name="Google Shape;8082;p61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3" name="Google Shape;8083;p61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4" name="Google Shape;8084;p61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5" name="Google Shape;8085;p61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6" name="Google Shape;8086;p61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61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8" name="Google Shape;8088;p61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61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0" name="Google Shape;8090;p61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1" name="Google Shape;8091;p61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61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3" name="Google Shape;8093;p61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4" name="Google Shape;8094;p61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095" name="Google Shape;8095;p61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{CE53BD47-25EB-4F6B-BCE6-F44BA581A053}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10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096" name="Google Shape;8096;p61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097" name="Google Shape;8097;p61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098" name="Google Shape;8098;p61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9" name="Google Shape;8099;p61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0" name="Google Shape;8100;p61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1" name="Google Shape;8101;p61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2" name="Google Shape;8102;p61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3" name="Google Shape;8103;p61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4" name="Google Shape;8104;p61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5" name="Google Shape;8105;p61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6" name="Google Shape;8106;p61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7" name="Google Shape;8107;p61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8" name="Google Shape;8108;p61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9" name="Google Shape;8109;p61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0" name="Google Shape;8110;p61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1" name="Google Shape;8111;p61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1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1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4" name="Google Shape;8114;p61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5" name="Google Shape;8115;p61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1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1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8" name="Google Shape;8118;p61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9" name="Google Shape;8119;p61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0" name="Google Shape;8120;p61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1" name="Google Shape;8121;p61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22" name="Google Shape;8122;p61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123" name="Google Shape;8123;p61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4" name="Google Shape;8124;p61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5" name="Google Shape;8125;p61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6" name="Google Shape;8126;p61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27" name="Google Shape;8127;p6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131" name="Google Shape;8131;p61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{CE53BD47-25EB-4F6B-BCE6-F44BA581A053}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132" name="Google Shape;8132;p61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{CE53BD47-25EB-4F6B-BCE6-F44BA581A053}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133" name="Google Shape;8133;p61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134" name="Google Shape;8134;p61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135" name="Google Shape;8135;p61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61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7" name="Google Shape;8137;p61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8" name="Google Shape;8138;p61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9" name="Google Shape;8139;p61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0" name="Google Shape;8140;p61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141" name="Google Shape;8141;p61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2" name="Google Shape;8142;p61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3" name="Google Shape;8143;p61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4" name="Google Shape;8144;p61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5" name="Google Shape;8145;p61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6" name="Google Shape;8146;p61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147" name="Google Shape;8147;p61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8" name="Google Shape;8148;p61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9" name="Google Shape;8149;p61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0" name="Google Shape;8150;p61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1" name="Google Shape;8151;p61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2" name="Google Shape;8152;p61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153" name="Google Shape;8153;p61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61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5" name="Google Shape;8155;p61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61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7" name="Google Shape;8157;p61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8" name="Google Shape;8158;p61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159" name="Google Shape;8159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64" name="Google Shape;8164;p61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165" name="Google Shape;8165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9" name="Google Shape;8169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170" name="Google Shape;8170;p61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{CE53BD47-25EB-4F6B-BCE6-F44BA581A053}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171" name="Google Shape;8171;p61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172" name="Google Shape;8172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61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175" name="Google Shape;8175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61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178" name="Google Shape;8178;p6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79" name="Google Shape;8179;p6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80" name="Google Shape;8180;p6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81" name="Google Shape;8181;p6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2" name="Google Shape;8182;p6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3" name="Google Shape;8183;p6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4" name="Google Shape;8184;p6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5" name="Google Shape;8185;p6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92" name="Google Shape;8192;p6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93" name="Google Shape;8193;p6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94" name="Google Shape;8194;p6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61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196" name="Google Shape;8196;p6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7" name="Google Shape;8197;p6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8" name="Google Shape;8198;p61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9" name="Google Shape;8199;p61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0" name="Google Shape;8200;p61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1" name="Google Shape;8201;p61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2" name="Google Shape;8202;p61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3" name="Google Shape;8203;p61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4" name="Google Shape;8204;p61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5" name="Google Shape;8205;p61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6" name="Google Shape;8206;p61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7" name="Google Shape;8207;p61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8" name="Google Shape;8208;p61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9" name="Google Shape;8209;p61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210" name="Google Shape;8210;p6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211" name="Google Shape;8211;p6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2" name="Google Shape;8212;p6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3" name="Google Shape;8213;p6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4" name="Google Shape;8214;p6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5" name="Google Shape;8215;p6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6" name="Google Shape;8216;p6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7" name="Google Shape;8217;p6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8" name="Google Shape;8218;p6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9" name="Google Shape;8219;p6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20" name="Google Shape;8220;p6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21" name="Google Shape;8221;p6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22" name="Google Shape;8222;p6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26" name="Shape 8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27" name="Google Shape;8227;p62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228" name="Google Shape;8228;p6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29" name="Google Shape;8229;p62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230" name="Google Shape;8230;p6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31" name="Google Shape;8231;p6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32" name="Google Shape;8232;p62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233" name="Google Shape;8233;p6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34" name="Google Shape;8234;p6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35" name="Google Shape;8235;p62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236" name="Google Shape;8236;p6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37" name="Google Shape;8237;p6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38" name="Google Shape;8238;p62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239" name="Google Shape;8239;p6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40" name="Google Shape;8240;p6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41" name="Google Shape;8241;p62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242" name="Google Shape;8242;p6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43" name="Google Shape;8243;p6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44" name="Google Shape;8244;p62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245" name="Google Shape;8245;p62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2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2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62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252" name="Google Shape;8252;p62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253" name="Google Shape;8253;p62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54" name="Google Shape;8254;p62"/>
              <p:cNvCxnSpPr>
                <a:stCxn id="8253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55" name="Google Shape;8255;p62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256" name="Google Shape;8256;p62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57" name="Google Shape;8257;p62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58" name="Google Shape;8258;p62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259" name="Google Shape;8259;p62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60" name="Google Shape;8260;p62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61" name="Google Shape;8261;p62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262" name="Google Shape;8262;p62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63" name="Google Shape;8263;p62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64" name="Google Shape;8264;p62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265" name="Google Shape;8265;p62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66" name="Google Shape;8266;p62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267" name="Google Shape;8267;p62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268" name="Google Shape;8268;p62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2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2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2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62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273" name="Google Shape;8273;p62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2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2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2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2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278" name="Google Shape;8278;p62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279" name="Google Shape;8279;p62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0" name="Google Shape;8280;p62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81" name="Google Shape;8281;p62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62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283" name="Google Shape;8283;p6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6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6" name="Google Shape;8286;p62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287" name="Google Shape;8287;p62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2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62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290" name="Google Shape;8290;p62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2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2" name="Google Shape;8292;p62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3" name="Google Shape;8293;p62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4" name="Google Shape;8294;p62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295" name="Google Shape;8295;p6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2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2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2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62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300" name="Google Shape;8300;p6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62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306" name="Google Shape;8306;p6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62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310" name="Google Shape;8310;p62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311" name="Google Shape;8311;p62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12" name="Google Shape;8312;p62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313" name="Google Shape;8313;p62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314" name="Google Shape;8314;p62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15" name="Google Shape;8315;p62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316" name="Google Shape;8316;p62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317" name="Google Shape;8317;p62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18" name="Google Shape;8318;p62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319" name="Google Shape;8319;p62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320" name="Google Shape;8320;p62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21" name="Google Shape;8321;p62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322" name="Google Shape;8322;p62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323" name="Google Shape;8323;p62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4" name="Google Shape;8324;p62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5" name="Google Shape;8325;p62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6" name="Google Shape;8326;p62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7" name="Google Shape;8327;p62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8" name="Google Shape;8328;p62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329" name="Google Shape;8329;p62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330" name="Google Shape;8330;p62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331" name="Google Shape;8331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2" name="Google Shape;8332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3" name="Google Shape;8333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4" name="Google Shape;8334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5" name="Google Shape;8335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6" name="Google Shape;8336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7" name="Google Shape;8337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8" name="Google Shape;8338;p62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339" name="Google Shape;8339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0" name="Google Shape;8340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1" name="Google Shape;8341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2" name="Google Shape;8342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3" name="Google Shape;8343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4" name="Google Shape;8344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5" name="Google Shape;8345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346" name="Google Shape;8346;p62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347" name="Google Shape;8347;p62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2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2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2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51" name="Google Shape;8351;p62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352" name="Google Shape;8352;p62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3" name="Google Shape;8353;p62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4" name="Google Shape;8354;p62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5" name="Google Shape;8355;p62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6" name="Google Shape;8356;p62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357" name="Google Shape;8357;p62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62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9" name="Google Shape;8359;p62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0" name="Google Shape;8360;p62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1" name="Google Shape;8361;p62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362" name="Google Shape;8362;p62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62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4" name="Google Shape;8364;p62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5" name="Google Shape;8365;p62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6" name="Google Shape;8366;p62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367" name="Google Shape;8367;p62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8" name="Google Shape;8368;p62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9" name="Google Shape;8369;p62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0" name="Google Shape;8370;p62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71" name="Google Shape;8371;p62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2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2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2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75" name="Google Shape;8375;p62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376" name="Google Shape;8376;p62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62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8" name="Google Shape;8378;p62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9" name="Google Shape;8379;p62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0" name="Google Shape;8380;p62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381" name="Google Shape;8381;p62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62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3" name="Google Shape;8383;p62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4" name="Google Shape;8384;p62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85" name="Google Shape;8385;p62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386" name="Google Shape;8386;p62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2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2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2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2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2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2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2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62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395" name="Google Shape;8395;p62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396" name="Google Shape;8396;p62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7" name="Google Shape;8397;p62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8" name="Google Shape;8398;p62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99" name="Google Shape;8399;p62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400" name="Google Shape;8400;p62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1" name="Google Shape;8401;p62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62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3" name="Google Shape;8403;p62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404" name="Google Shape;8404;p62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5" name="Google Shape;8405;p62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6" name="Google Shape;8406;p62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7" name="Google Shape;8407;p62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8" name="Google Shape;8408;p62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9" name="Google Shape;8409;p62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10" name="Google Shape;8410;p62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411" name="Google Shape;8411;p62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412" name="Google Shape;8412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3" name="Google Shape;8413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4" name="Google Shape;8414;p62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415" name="Google Shape;8415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6" name="Google Shape;8416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7" name="Google Shape;8417;p62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418" name="Google Shape;8418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9" name="Google Shape;8419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0" name="Google Shape;8420;p62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421" name="Google Shape;8421;p62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2" name="Google Shape;8422;p62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23" name="Google Shape;8423;p62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424" name="Google Shape;8424;p62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425" name="Google Shape;8425;p62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26" name="Google Shape;8426;p62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427" name="Google Shape;8427;p62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28" name="Google Shape;8428;p62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29" name="Google Shape;8429;p62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430" name="Google Shape;8430;p62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31" name="Google Shape;8431;p62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32" name="Google Shape;8432;p62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433" name="Google Shape;8433;p62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34" name="Google Shape;8434;p62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35" name="Google Shape;8435;p62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436" name="Google Shape;8436;p62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37" name="Google Shape;8437;p62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38" name="Google Shape;8438;p62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439" name="Google Shape;8439;p62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40" name="Google Shape;8440;p62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441" name="Google Shape;8441;p62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442" name="Google Shape;8442;p62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3" name="Google Shape;8443;p62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44" name="Google Shape;8444;p62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445" name="Google Shape;8445;p6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62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455" name="Google Shape;8455;p62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456" name="Google Shape;8456;p62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457" name="Google Shape;8457;p62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8" name="Google Shape;8458;p62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459" name="Google Shape;8459;p62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460" name="Google Shape;8460;p62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1" name="Google Shape;8461;p62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2" name="Google Shape;8462;p62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463" name="Google Shape;8463;p62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4" name="Google Shape;8464;p62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465" name="Google Shape;8465;p62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466" name="Google Shape;8466;p62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62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62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62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70" name="Google Shape;8470;p62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471" name="Google Shape;8471;p62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2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2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2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2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2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77" name="Google Shape;8477;p62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478" name="Google Shape;8478;p62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62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62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62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62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3" name="Google Shape;8483;p62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84" name="Google Shape;8484;p62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485" name="Google Shape;8485;p62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6" name="Google Shape;8486;p62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7" name="Google Shape;8487;p62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8" name="Google Shape;8488;p62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9" name="Google Shape;8489;p62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0" name="Google Shape;8490;p62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1" name="Google Shape;8491;p62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492" name="Google Shape;8492;p62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493" name="Google Shape;8493;p62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2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2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2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2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2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2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2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2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2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2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2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2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62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507" name="Google Shape;8507;p62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2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2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2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2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2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2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2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2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516" name="Google Shape;8516;p62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2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18" name="Google Shape;8518;p62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519" name="Google Shape;8519;p62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62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1" name="Google Shape;8521;p62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522" name="Google Shape;8522;p62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3" name="Google Shape;8523;p62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4" name="Google Shape;8524;p62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525" name="Google Shape;8525;p62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62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7" name="Google Shape;8527;p62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528" name="Google Shape;8528;p62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62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30" name="Google Shape;8530;p62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531" name="Google Shape;8531;p62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2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2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2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2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2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2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2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2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2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2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2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62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544" name="Google Shape;8544;p62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545" name="Google Shape;8545;p62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62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62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62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62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62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62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62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62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62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62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62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62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62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62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62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62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62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62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62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5" name="Google Shape;8565;p62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62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62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62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62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62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62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2" name="Google Shape;8572;p62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573" name="Google Shape;8573;p62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62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62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62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62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78" name="Google Shape;8578;p62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579" name="Google Shape;8579;p62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580" name="Google Shape;8580;p62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81" name="Google Shape;8581;p62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82" name="Google Shape;8582;p62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583" name="Google Shape;8583;p62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84" name="Google Shape;8584;p62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85" name="Google Shape;8585;p62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586" name="Google Shape;8586;p62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87" name="Google Shape;8587;p62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88" name="Google Shape;8588;p62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589" name="Google Shape;8589;p62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90" name="Google Shape;8590;p62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91" name="Google Shape;8591;p62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62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593" name="Google Shape;8593;p62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594" name="Google Shape;8594;p62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62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62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97" name="Google Shape;8597;p62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598" name="Google Shape;8598;p62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62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62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01" name="Google Shape;8601;p62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602" name="Google Shape;8602;p62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2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62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605" name="Google Shape;8605;p62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606" name="Google Shape;8606;p62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62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8" name="Google Shape;8608;p62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609" name="Google Shape;8609;p62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62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1" name="Google Shape;8611;p62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612" name="Google Shape;8612;p62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3" name="Google Shape;8613;p62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4" name="Google Shape;8614;p62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615" name="Google Shape;8615;p62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62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17" name="Google Shape;8617;p62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62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619" name="Google Shape;8619;p62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2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2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2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2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2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28" name="Shape 8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9" name="Google Shape;8629;p6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630" name="Google Shape;8630;p6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631" name="Google Shape;8631;p6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6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6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6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5" name="Google Shape;8635;p6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6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6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6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6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6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1" name="Google Shape;8641;p6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642" name="Google Shape;8642;p6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6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6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5" name="Google Shape;8645;p6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6" name="Google Shape;8646;p6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6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6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6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6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6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2" name="Google Shape;8652;p6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653" name="Google Shape;8653;p6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6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6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6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6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6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6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6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6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6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63" name="Google Shape;8663;p6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664" name="Google Shape;8664;p6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6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6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6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6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6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6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6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6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6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4" name="Google Shape;8674;p6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675" name="Google Shape;8675;p6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6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6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6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9" name="Google Shape;8679;p6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6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6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6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6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6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85" name="Google Shape;8685;p6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686" name="Google Shape;8686;p6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6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6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6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6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6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6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6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6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6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6" name="Google Shape;8696;p6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697" name="Google Shape;8697;p6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6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6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6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6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6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6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6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6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6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7" name="Google Shape;8707;p6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708" name="Google Shape;8708;p6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6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6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6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2" name="Google Shape;8712;p6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6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6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6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6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7" name="Google Shape;8717;p6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8" name="Google Shape;8718;p6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719" name="Google Shape;8719;p6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6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6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6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3" name="Google Shape;8723;p6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4" name="Google Shape;8724;p6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6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6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6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6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9" name="Google Shape;8729;p6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730" name="Google Shape;8730;p6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1" name="Google Shape;8731;p6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2" name="Google Shape;8732;p6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3" name="Google Shape;8733;p6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4" name="Google Shape;8734;p6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5" name="Google Shape;8735;p6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6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6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8" name="Google Shape;8738;p6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9" name="Google Shape;8739;p6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40" name="Google Shape;8740;p6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741" name="Google Shape;8741;p6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742" name="Google Shape;8742;p6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6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6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6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6" name="Google Shape;8746;p6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47" name="Google Shape;8747;p6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748" name="Google Shape;8748;p6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9" name="Google Shape;8749;p6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6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6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2" name="Google Shape;8752;p6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3" name="Google Shape;8753;p6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754" name="Google Shape;8754;p6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6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6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7" name="Google Shape;8757;p6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8" name="Google Shape;8758;p6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9" name="Google Shape;8759;p6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760" name="Google Shape;8760;p6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6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2" name="Google Shape;8762;p6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3" name="Google Shape;8763;p6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6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65" name="Google Shape;8765;p63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766" name="Google Shape;8766;p6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63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785" name="Google Shape;8785;p6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3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63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788" name="Google Shape;8788;p6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3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63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791" name="Google Shape;8791;p6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3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3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63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800" name="Google Shape;8800;p6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63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806" name="Google Shape;8806;p6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6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812" name="Google Shape;8812;p6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813" name="Google Shape;8813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5" name="Google Shape;8815;p6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816" name="Google Shape;8816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8" name="Google Shape;8818;p6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819" name="Google Shape;8819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1" name="Google Shape;8821;p6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822" name="Google Shape;8822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4" name="Google Shape;8824;p6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825" name="Google Shape;8825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27" name="Google Shape;8827;p63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828" name="Google Shape;8828;p63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829" name="Google Shape;8829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30" name="Google Shape;8830;p6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831" name="Google Shape;8831;p63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832" name="Google Shape;8832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33" name="Google Shape;8833;p6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834" name="Google Shape;8834;p63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835" name="Google Shape;8835;p6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836" name="Google Shape;8836;p6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837" name="Google Shape;8837;p6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38" name="Google Shape;8838;p6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839" name="Google Shape;8839;p63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840" name="Google Shape;8840;p63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3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3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3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3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3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3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3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3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3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3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3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3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63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854" name="Google Shape;8854;p63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55" name="Google Shape;8855;p63"/>
            <p:cNvCxnSpPr>
              <a:stCxn id="8854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56" name="Google Shape;8856;p63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57" name="Google Shape;8857;p63"/>
            <p:cNvCxnSpPr>
              <a:endCxn id="8856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58" name="Google Shape;8858;p63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59" name="Google Shape;8859;p63"/>
            <p:cNvCxnSpPr>
              <a:stCxn id="8858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60" name="Google Shape;8860;p63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61" name="Google Shape;8861;p63"/>
            <p:cNvCxnSpPr>
              <a:endCxn id="8860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862" name="Google Shape;8862;p63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863" name="Google Shape;8863;p63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3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3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3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6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868" name="Google Shape;8868;p63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869" name="Google Shape;8869;p63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63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3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3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3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3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3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76" name="Google Shape;8876;p63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877" name="Google Shape;8877;p63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63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63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63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63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63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63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4" name="Google Shape;8884;p63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885" name="Google Shape;8885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2" name="Google Shape;8892;p63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893" name="Google Shape;8893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0" name="Google Shape;8900;p63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901" name="Google Shape;8901;p63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63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63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4" name="Google Shape;8904;p63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5" name="Google Shape;8905;p63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63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63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8" name="Google Shape;8908;p6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909" name="Google Shape;8909;p6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10" name="Google Shape;8910;p6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911" name="Google Shape;8911;p63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912" name="Google Shape;8912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19" name="Google Shape;8919;p63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920" name="Google Shape;8920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1" name="Google Shape;8921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2" name="Google Shape;8922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27" name="Google Shape;8927;p63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8928" name="Google Shape;8928;p6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32" name="Google Shape;8932;p63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933" name="Google Shape;8933;p63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934" name="Google Shape;8934;p63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935" name="Google Shape;8935;p63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8936" name="Google Shape;8936;p63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63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8938" name="Google Shape;8938;p63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3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3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3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3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3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3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3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63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8947" name="Google Shape;8947;p63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948" name="Google Shape;8948;p63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949" name="Google Shape;8949;p63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0" name="Google Shape;8950;p63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1" name="Google Shape;8951;p63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952" name="Google Shape;8952;p6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53" name="Google Shape;8953;p63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54" name="Google Shape;8954;p63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955" name="Google Shape;8955;p63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956" name="Google Shape;8956;p6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7" name="Google Shape;8957;p63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8" name="Google Shape;8958;p63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959" name="Google Shape;8959;p6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60" name="Google Shape;8960;p63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61" name="Google Shape;8961;p63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962" name="Google Shape;8962;p63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963" name="Google Shape;8963;p6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4" name="Google Shape;8964;p63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5" name="Google Shape;8965;p63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966" name="Google Shape;8966;p6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67" name="Google Shape;8967;p63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68" name="Google Shape;8968;p63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969" name="Google Shape;8969;p63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970" name="Google Shape;8970;p6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1" name="Google Shape;8971;p63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2" name="Google Shape;8972;p6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973" name="Google Shape;8973;p6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74" name="Google Shape;8974;p6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8975" name="Google Shape;8975;p63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8976" name="Google Shape;8976;p6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977" name="Google Shape;8977;p6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78" name="Google Shape;8978;p6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979" name="Google Shape;8979;p6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80" name="Google Shape;8980;p6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81" name="Google Shape;8981;p6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982" name="Google Shape;8982;p6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83" name="Google Shape;8983;p6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984" name="Google Shape;8984;p6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85" name="Google Shape;8985;p6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86" name="Google Shape;8986;p6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987" name="Google Shape;8987;p6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88" name="Google Shape;8988;p6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989" name="Google Shape;8989;p6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90" name="Google Shape;8990;p6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91" name="Google Shape;8991;p6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992" name="Google Shape;8992;p6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93" name="Google Shape;8993;p6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994" name="Google Shape;8994;p6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95" name="Google Shape;8995;p6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999" name="Shape 8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Google Shape;9000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1" name="Google Shape;9001;p6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002" name="Google Shape;9002;p64"/>
          <p:cNvGrpSpPr/>
          <p:nvPr/>
        </p:nvGrpSpPr>
        <p:grpSpPr>
          <a:xfrm>
            <a:off x="845855" y="2307733"/>
            <a:ext cx="340168" cy="298978"/>
            <a:chOff x="892750" y="267400"/>
            <a:chExt cx="483125" cy="424625"/>
          </a:xfrm>
        </p:grpSpPr>
        <p:sp>
          <p:nvSpPr>
            <p:cNvPr id="9003" name="Google Shape;9003;p6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4" name="Google Shape;9004;p6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5" name="Google Shape;9005;p6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06" name="Google Shape;9006;p64"/>
          <p:cNvGrpSpPr/>
          <p:nvPr/>
        </p:nvGrpSpPr>
        <p:grpSpPr>
          <a:xfrm>
            <a:off x="1284289" y="2287121"/>
            <a:ext cx="298996" cy="340204"/>
            <a:chOff x="1516475" y="238075"/>
            <a:chExt cx="424650" cy="483175"/>
          </a:xfrm>
        </p:grpSpPr>
        <p:sp>
          <p:nvSpPr>
            <p:cNvPr id="9007" name="Google Shape;9007;p6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8" name="Google Shape;9008;p6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09" name="Google Shape;9009;p64"/>
          <p:cNvGrpSpPr/>
          <p:nvPr/>
        </p:nvGrpSpPr>
        <p:grpSpPr>
          <a:xfrm>
            <a:off x="1677380" y="2367520"/>
            <a:ext cx="341488" cy="179405"/>
            <a:chOff x="2080675" y="352325"/>
            <a:chExt cx="485000" cy="254800"/>
          </a:xfrm>
        </p:grpSpPr>
        <p:sp>
          <p:nvSpPr>
            <p:cNvPr id="9010" name="Google Shape;9010;p6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1" name="Google Shape;9011;p6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12" name="Google Shape;9012;p64"/>
          <p:cNvGrpSpPr/>
          <p:nvPr/>
        </p:nvGrpSpPr>
        <p:grpSpPr>
          <a:xfrm>
            <a:off x="2126559" y="2287138"/>
            <a:ext cx="298996" cy="340168"/>
            <a:chOff x="2705375" y="238125"/>
            <a:chExt cx="424650" cy="483125"/>
          </a:xfrm>
        </p:grpSpPr>
        <p:sp>
          <p:nvSpPr>
            <p:cNvPr id="9013" name="Google Shape;9013;p6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4" name="Google Shape;9014;p6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5" name="Google Shape;9015;p6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6" name="Google Shape;9016;p6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17" name="Google Shape;9017;p64"/>
          <p:cNvGrpSpPr/>
          <p:nvPr/>
        </p:nvGrpSpPr>
        <p:grpSpPr>
          <a:xfrm>
            <a:off x="2542700" y="2287455"/>
            <a:ext cx="301161" cy="339535"/>
            <a:chOff x="3299850" y="238575"/>
            <a:chExt cx="427725" cy="482225"/>
          </a:xfrm>
        </p:grpSpPr>
        <p:sp>
          <p:nvSpPr>
            <p:cNvPr id="9018" name="Google Shape;9018;p6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9" name="Google Shape;9019;p6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0" name="Google Shape;9020;p6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1" name="Google Shape;9021;p6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2" name="Google Shape;9022;p6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23" name="Google Shape;9023;p64"/>
          <p:cNvGrpSpPr/>
          <p:nvPr/>
        </p:nvGrpSpPr>
        <p:grpSpPr>
          <a:xfrm>
            <a:off x="2929622" y="2287138"/>
            <a:ext cx="352455" cy="340168"/>
            <a:chOff x="3857225" y="238125"/>
            <a:chExt cx="500575" cy="483125"/>
          </a:xfrm>
        </p:grpSpPr>
        <p:sp>
          <p:nvSpPr>
            <p:cNvPr id="9024" name="Google Shape;9024;p6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5" name="Google Shape;9025;p6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6" name="Google Shape;9026;p6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7" name="Google Shape;9027;p6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8" name="Google Shape;9028;p6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9" name="Google Shape;9029;p6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0" name="Google Shape;9030;p6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31" name="Google Shape;9031;p64"/>
          <p:cNvSpPr/>
          <p:nvPr/>
        </p:nvSpPr>
        <p:spPr>
          <a:xfrm>
            <a:off x="3347096" y="2287135"/>
            <a:ext cx="352455" cy="340116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32" name="Google Shape;9032;p64"/>
          <p:cNvGrpSpPr/>
          <p:nvPr/>
        </p:nvGrpSpPr>
        <p:grpSpPr>
          <a:xfrm>
            <a:off x="3776398" y="2287165"/>
            <a:ext cx="340186" cy="340116"/>
            <a:chOff x="5053900" y="238200"/>
            <a:chExt cx="483150" cy="483050"/>
          </a:xfrm>
        </p:grpSpPr>
        <p:sp>
          <p:nvSpPr>
            <p:cNvPr id="9033" name="Google Shape;9033;p6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4" name="Google Shape;9034;p6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5" name="Google Shape;9035;p6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6" name="Google Shape;9036;p6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37" name="Google Shape;9037;p64"/>
          <p:cNvGrpSpPr/>
          <p:nvPr/>
        </p:nvGrpSpPr>
        <p:grpSpPr>
          <a:xfrm>
            <a:off x="4190348" y="2287138"/>
            <a:ext cx="340168" cy="340168"/>
            <a:chOff x="5648375" y="238125"/>
            <a:chExt cx="483125" cy="483125"/>
          </a:xfrm>
        </p:grpSpPr>
        <p:sp>
          <p:nvSpPr>
            <p:cNvPr id="9038" name="Google Shape;9038;p6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9" name="Google Shape;9039;p6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0" name="Google Shape;9040;p6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1" name="Google Shape;9041;p6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2" name="Google Shape;9042;p6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3" name="Google Shape;9043;p6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4" name="Google Shape;9044;p6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5" name="Google Shape;9045;p6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6" name="Google Shape;9046;p6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7" name="Google Shape;9047;p6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48" name="Google Shape;9048;p64"/>
          <p:cNvGrpSpPr/>
          <p:nvPr/>
        </p:nvGrpSpPr>
        <p:grpSpPr>
          <a:xfrm>
            <a:off x="4607035" y="2287138"/>
            <a:ext cx="340168" cy="340168"/>
            <a:chOff x="6242825" y="238125"/>
            <a:chExt cx="483125" cy="483125"/>
          </a:xfrm>
        </p:grpSpPr>
        <p:sp>
          <p:nvSpPr>
            <p:cNvPr id="9049" name="Google Shape;9049;p6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0" name="Google Shape;9050;p6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1" name="Google Shape;9051;p6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52" name="Google Shape;9052;p64"/>
          <p:cNvGrpSpPr/>
          <p:nvPr/>
        </p:nvGrpSpPr>
        <p:grpSpPr>
          <a:xfrm>
            <a:off x="844156" y="2727362"/>
            <a:ext cx="343566" cy="298943"/>
            <a:chOff x="889275" y="861850"/>
            <a:chExt cx="487950" cy="424575"/>
          </a:xfrm>
        </p:grpSpPr>
        <p:sp>
          <p:nvSpPr>
            <p:cNvPr id="9053" name="Google Shape;9053;p6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4" name="Google Shape;9054;p6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5" name="Google Shape;9055;p6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6" name="Google Shape;9056;p6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57" name="Google Shape;9057;p64"/>
          <p:cNvSpPr/>
          <p:nvPr/>
        </p:nvSpPr>
        <p:spPr>
          <a:xfrm>
            <a:off x="1282125" y="2706628"/>
            <a:ext cx="302974" cy="34020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058" name="Google Shape;9058;p64"/>
          <p:cNvSpPr/>
          <p:nvPr/>
        </p:nvSpPr>
        <p:spPr>
          <a:xfrm>
            <a:off x="1677131" y="2706628"/>
            <a:ext cx="341506" cy="34020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59" name="Google Shape;9059;p64"/>
          <p:cNvGrpSpPr/>
          <p:nvPr/>
        </p:nvGrpSpPr>
        <p:grpSpPr>
          <a:xfrm>
            <a:off x="2105973" y="2706749"/>
            <a:ext cx="340168" cy="340168"/>
            <a:chOff x="2676100" y="832575"/>
            <a:chExt cx="483125" cy="483125"/>
          </a:xfrm>
        </p:grpSpPr>
        <p:sp>
          <p:nvSpPr>
            <p:cNvPr id="9060" name="Google Shape;9060;p6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1" name="Google Shape;9061;p6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2" name="Google Shape;9062;p6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63" name="Google Shape;9063;p64"/>
          <p:cNvGrpSpPr/>
          <p:nvPr/>
        </p:nvGrpSpPr>
        <p:grpSpPr>
          <a:xfrm>
            <a:off x="2517477" y="2706749"/>
            <a:ext cx="351610" cy="340168"/>
            <a:chOff x="3270550" y="832575"/>
            <a:chExt cx="499375" cy="483125"/>
          </a:xfrm>
        </p:grpSpPr>
        <p:sp>
          <p:nvSpPr>
            <p:cNvPr id="9064" name="Google Shape;9064;p6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5" name="Google Shape;9065;p6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6" name="Google Shape;9066;p6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67" name="Google Shape;9067;p64"/>
          <p:cNvGrpSpPr/>
          <p:nvPr/>
        </p:nvGrpSpPr>
        <p:grpSpPr>
          <a:xfrm>
            <a:off x="2935756" y="2717381"/>
            <a:ext cx="340186" cy="318904"/>
            <a:chOff x="3865000" y="847675"/>
            <a:chExt cx="483150" cy="452925"/>
          </a:xfrm>
        </p:grpSpPr>
        <p:sp>
          <p:nvSpPr>
            <p:cNvPr id="9068" name="Google Shape;9068;p6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9" name="Google Shape;9069;p6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0" name="Google Shape;9070;p6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1" name="Google Shape;9071;p6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72" name="Google Shape;9072;p64"/>
          <p:cNvGrpSpPr/>
          <p:nvPr/>
        </p:nvGrpSpPr>
        <p:grpSpPr>
          <a:xfrm>
            <a:off x="3351439" y="2727300"/>
            <a:ext cx="344798" cy="299066"/>
            <a:chOff x="4452900" y="861750"/>
            <a:chExt cx="489700" cy="424750"/>
          </a:xfrm>
        </p:grpSpPr>
        <p:sp>
          <p:nvSpPr>
            <p:cNvPr id="9073" name="Google Shape;9073;p6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4" name="Google Shape;9074;p6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5" name="Google Shape;9075;p6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76" name="Google Shape;9076;p64"/>
          <p:cNvGrpSpPr/>
          <p:nvPr/>
        </p:nvGrpSpPr>
        <p:grpSpPr>
          <a:xfrm>
            <a:off x="3768671" y="2706758"/>
            <a:ext cx="355641" cy="340151"/>
            <a:chOff x="5049750" y="832600"/>
            <a:chExt cx="505100" cy="483100"/>
          </a:xfrm>
        </p:grpSpPr>
        <p:sp>
          <p:nvSpPr>
            <p:cNvPr id="9077" name="Google Shape;9077;p6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8" name="Google Shape;9078;p6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79" name="Google Shape;9079;p64"/>
          <p:cNvSpPr/>
          <p:nvPr/>
        </p:nvSpPr>
        <p:spPr>
          <a:xfrm>
            <a:off x="4188930" y="2731276"/>
            <a:ext cx="341700" cy="290899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80" name="Google Shape;9080;p64"/>
          <p:cNvGrpSpPr/>
          <p:nvPr/>
        </p:nvGrpSpPr>
        <p:grpSpPr>
          <a:xfrm>
            <a:off x="4627621" y="2706749"/>
            <a:ext cx="298996" cy="340168"/>
            <a:chOff x="6272100" y="832575"/>
            <a:chExt cx="424650" cy="483125"/>
          </a:xfrm>
        </p:grpSpPr>
        <p:sp>
          <p:nvSpPr>
            <p:cNvPr id="9081" name="Google Shape;9081;p6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2" name="Google Shape;9082;p6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83" name="Google Shape;9083;p64"/>
          <p:cNvGrpSpPr/>
          <p:nvPr/>
        </p:nvGrpSpPr>
        <p:grpSpPr>
          <a:xfrm>
            <a:off x="845828" y="3125798"/>
            <a:ext cx="340221" cy="340186"/>
            <a:chOff x="893650" y="1428000"/>
            <a:chExt cx="483200" cy="483150"/>
          </a:xfrm>
        </p:grpSpPr>
        <p:sp>
          <p:nvSpPr>
            <p:cNvPr id="9084" name="Google Shape;9084;p6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5" name="Google Shape;9085;p6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6" name="Google Shape;9086;p6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7" name="Google Shape;9087;p6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88" name="Google Shape;9088;p64"/>
          <p:cNvSpPr/>
          <p:nvPr/>
        </p:nvSpPr>
        <p:spPr>
          <a:xfrm>
            <a:off x="1263531" y="3186074"/>
            <a:ext cx="340168" cy="21925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089" name="Google Shape;9089;p64"/>
          <p:cNvSpPr/>
          <p:nvPr/>
        </p:nvSpPr>
        <p:spPr>
          <a:xfrm>
            <a:off x="1671076" y="3125647"/>
            <a:ext cx="353617" cy="340133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90" name="Google Shape;9090;p64"/>
          <p:cNvGrpSpPr/>
          <p:nvPr/>
        </p:nvGrpSpPr>
        <p:grpSpPr>
          <a:xfrm>
            <a:off x="2099646" y="3146463"/>
            <a:ext cx="352825" cy="298855"/>
            <a:chOff x="2676100" y="1456375"/>
            <a:chExt cx="501100" cy="424450"/>
          </a:xfrm>
        </p:grpSpPr>
        <p:sp>
          <p:nvSpPr>
            <p:cNvPr id="9091" name="Google Shape;9091;p6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2" name="Google Shape;9092;p6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3" name="Google Shape;9093;p6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94" name="Google Shape;9094;p64"/>
          <p:cNvGrpSpPr/>
          <p:nvPr/>
        </p:nvGrpSpPr>
        <p:grpSpPr>
          <a:xfrm>
            <a:off x="2523170" y="3125806"/>
            <a:ext cx="340221" cy="340168"/>
            <a:chOff x="3270475" y="1427025"/>
            <a:chExt cx="483200" cy="483125"/>
          </a:xfrm>
        </p:grpSpPr>
        <p:sp>
          <p:nvSpPr>
            <p:cNvPr id="9095" name="Google Shape;9095;p6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6" name="Google Shape;9096;p6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7" name="Google Shape;9097;p6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98" name="Google Shape;9098;p64"/>
          <p:cNvGrpSpPr/>
          <p:nvPr/>
        </p:nvGrpSpPr>
        <p:grpSpPr>
          <a:xfrm>
            <a:off x="2934083" y="3125780"/>
            <a:ext cx="343530" cy="340221"/>
            <a:chOff x="3860250" y="1427025"/>
            <a:chExt cx="487900" cy="483200"/>
          </a:xfrm>
        </p:grpSpPr>
        <p:sp>
          <p:nvSpPr>
            <p:cNvPr id="9099" name="Google Shape;9099;p6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0" name="Google Shape;9100;p6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1" name="Google Shape;9101;p6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02" name="Google Shape;9102;p64"/>
          <p:cNvSpPr/>
          <p:nvPr/>
        </p:nvSpPr>
        <p:spPr>
          <a:xfrm>
            <a:off x="3353203" y="3125629"/>
            <a:ext cx="340239" cy="340168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03" name="Google Shape;9103;p64"/>
          <p:cNvSpPr/>
          <p:nvPr/>
        </p:nvSpPr>
        <p:spPr>
          <a:xfrm>
            <a:off x="3774142" y="3125620"/>
            <a:ext cx="343530" cy="340186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04" name="Google Shape;9104;p64"/>
          <p:cNvGrpSpPr/>
          <p:nvPr/>
        </p:nvGrpSpPr>
        <p:grpSpPr>
          <a:xfrm>
            <a:off x="4190322" y="3125806"/>
            <a:ext cx="340221" cy="340168"/>
            <a:chOff x="5648375" y="1427025"/>
            <a:chExt cx="483200" cy="483125"/>
          </a:xfrm>
        </p:grpSpPr>
        <p:sp>
          <p:nvSpPr>
            <p:cNvPr id="9105" name="Google Shape;9105;p6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6" name="Google Shape;9106;p6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07" name="Google Shape;9107;p64"/>
          <p:cNvGrpSpPr/>
          <p:nvPr/>
        </p:nvGrpSpPr>
        <p:grpSpPr>
          <a:xfrm>
            <a:off x="4604808" y="3125789"/>
            <a:ext cx="344622" cy="340204"/>
            <a:chOff x="6238300" y="1426975"/>
            <a:chExt cx="489450" cy="483175"/>
          </a:xfrm>
        </p:grpSpPr>
        <p:sp>
          <p:nvSpPr>
            <p:cNvPr id="9108" name="Google Shape;9108;p6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9" name="Google Shape;9109;p6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0" name="Google Shape;9110;p6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11" name="Google Shape;9111;p64"/>
          <p:cNvSpPr/>
          <p:nvPr/>
        </p:nvSpPr>
        <p:spPr>
          <a:xfrm>
            <a:off x="865437" y="3545273"/>
            <a:ext cx="300792" cy="338725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12" name="Google Shape;9112;p64"/>
          <p:cNvGrpSpPr/>
          <p:nvPr/>
        </p:nvGrpSpPr>
        <p:grpSpPr>
          <a:xfrm>
            <a:off x="1263703" y="3544794"/>
            <a:ext cx="340168" cy="340186"/>
            <a:chOff x="1487200" y="2021475"/>
            <a:chExt cx="483125" cy="483150"/>
          </a:xfrm>
        </p:grpSpPr>
        <p:sp>
          <p:nvSpPr>
            <p:cNvPr id="9113" name="Google Shape;9113;p6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4" name="Google Shape;9114;p6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5" name="Google Shape;9115;p6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6" name="Google Shape;9116;p6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17" name="Google Shape;9117;p64"/>
          <p:cNvGrpSpPr/>
          <p:nvPr/>
        </p:nvGrpSpPr>
        <p:grpSpPr>
          <a:xfrm>
            <a:off x="1678040" y="3565398"/>
            <a:ext cx="340168" cy="298978"/>
            <a:chOff x="2081650" y="2050750"/>
            <a:chExt cx="483125" cy="424625"/>
          </a:xfrm>
        </p:grpSpPr>
        <p:sp>
          <p:nvSpPr>
            <p:cNvPr id="9118" name="Google Shape;9118;p6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9" name="Google Shape;9119;p6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0" name="Google Shape;9120;p6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1" name="Google Shape;9121;p6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2" name="Google Shape;9122;p6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3" name="Google Shape;9123;p6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24" name="Google Shape;9124;p64"/>
          <p:cNvGrpSpPr/>
          <p:nvPr/>
        </p:nvGrpSpPr>
        <p:grpSpPr>
          <a:xfrm>
            <a:off x="2105973" y="3588721"/>
            <a:ext cx="340168" cy="252332"/>
            <a:chOff x="2676100" y="2083800"/>
            <a:chExt cx="483125" cy="358375"/>
          </a:xfrm>
        </p:grpSpPr>
        <p:sp>
          <p:nvSpPr>
            <p:cNvPr id="9125" name="Google Shape;9125;p6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6" name="Google Shape;9126;p6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27" name="Google Shape;9127;p64"/>
          <p:cNvGrpSpPr/>
          <p:nvPr/>
        </p:nvGrpSpPr>
        <p:grpSpPr>
          <a:xfrm>
            <a:off x="2531487" y="3554766"/>
            <a:ext cx="323587" cy="320242"/>
            <a:chOff x="3282325" y="2035675"/>
            <a:chExt cx="459575" cy="454825"/>
          </a:xfrm>
        </p:grpSpPr>
        <p:sp>
          <p:nvSpPr>
            <p:cNvPr id="9128" name="Google Shape;9128;p6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9" name="Google Shape;9129;p6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0" name="Google Shape;9130;p6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1" name="Google Shape;9131;p6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32" name="Google Shape;9132;p64"/>
          <p:cNvSpPr/>
          <p:nvPr/>
        </p:nvSpPr>
        <p:spPr>
          <a:xfrm>
            <a:off x="2940184" y="3556291"/>
            <a:ext cx="330434" cy="316687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33" name="Google Shape;9133;p64"/>
          <p:cNvSpPr/>
          <p:nvPr/>
        </p:nvSpPr>
        <p:spPr>
          <a:xfrm>
            <a:off x="3373188" y="3544543"/>
            <a:ext cx="300263" cy="340186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34" name="Google Shape;9134;p64"/>
          <p:cNvGrpSpPr/>
          <p:nvPr/>
        </p:nvGrpSpPr>
        <p:grpSpPr>
          <a:xfrm>
            <a:off x="3776187" y="3544803"/>
            <a:ext cx="340608" cy="340168"/>
            <a:chOff x="5053900" y="2021500"/>
            <a:chExt cx="483750" cy="483125"/>
          </a:xfrm>
        </p:grpSpPr>
        <p:sp>
          <p:nvSpPr>
            <p:cNvPr id="9135" name="Google Shape;9135;p6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6" name="Google Shape;9136;p6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7" name="Google Shape;9137;p6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8" name="Google Shape;9138;p6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9" name="Google Shape;9139;p6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0" name="Google Shape;9140;p6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1" name="Google Shape;9141;p6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2" name="Google Shape;9142;p6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43" name="Google Shape;9143;p64"/>
          <p:cNvSpPr/>
          <p:nvPr/>
        </p:nvSpPr>
        <p:spPr>
          <a:xfrm>
            <a:off x="4249525" y="3544640"/>
            <a:ext cx="220489" cy="339992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44" name="Google Shape;9144;p64"/>
          <p:cNvGrpSpPr/>
          <p:nvPr/>
        </p:nvGrpSpPr>
        <p:grpSpPr>
          <a:xfrm>
            <a:off x="4601286" y="3547971"/>
            <a:ext cx="351663" cy="333831"/>
            <a:chOff x="6222125" y="2025975"/>
            <a:chExt cx="499450" cy="474125"/>
          </a:xfrm>
        </p:grpSpPr>
        <p:sp>
          <p:nvSpPr>
            <p:cNvPr id="9145" name="Google Shape;9145;p6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6" name="Google Shape;9146;p6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7" name="Google Shape;9147;p6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48" name="Google Shape;9148;p64"/>
          <p:cNvGrpSpPr/>
          <p:nvPr/>
        </p:nvGrpSpPr>
        <p:grpSpPr>
          <a:xfrm>
            <a:off x="5058848" y="2364541"/>
            <a:ext cx="335504" cy="185953"/>
            <a:chOff x="896050" y="2725450"/>
            <a:chExt cx="476500" cy="264100"/>
          </a:xfrm>
        </p:grpSpPr>
        <p:sp>
          <p:nvSpPr>
            <p:cNvPr id="9149" name="Google Shape;9149;p6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0" name="Google Shape;9150;p6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1" name="Google Shape;9151;p6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52" name="Google Shape;9152;p64"/>
          <p:cNvGrpSpPr/>
          <p:nvPr/>
        </p:nvGrpSpPr>
        <p:grpSpPr>
          <a:xfrm>
            <a:off x="5489588" y="2287425"/>
            <a:ext cx="340168" cy="340186"/>
            <a:chOff x="1487200" y="2615925"/>
            <a:chExt cx="483125" cy="483150"/>
          </a:xfrm>
        </p:grpSpPr>
        <p:sp>
          <p:nvSpPr>
            <p:cNvPr id="9153" name="Google Shape;9153;p6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4" name="Google Shape;9154;p6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5" name="Google Shape;9155;p6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56" name="Google Shape;9156;p64"/>
          <p:cNvGrpSpPr/>
          <p:nvPr/>
        </p:nvGrpSpPr>
        <p:grpSpPr>
          <a:xfrm>
            <a:off x="5889537" y="2287425"/>
            <a:ext cx="353564" cy="340186"/>
            <a:chOff x="2077575" y="2615925"/>
            <a:chExt cx="502150" cy="483150"/>
          </a:xfrm>
        </p:grpSpPr>
        <p:sp>
          <p:nvSpPr>
            <p:cNvPr id="9157" name="Google Shape;9157;p6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8" name="Google Shape;9158;p6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9" name="Google Shape;9159;p6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0" name="Google Shape;9160;p6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61" name="Google Shape;9161;p64"/>
          <p:cNvGrpSpPr/>
          <p:nvPr/>
        </p:nvGrpSpPr>
        <p:grpSpPr>
          <a:xfrm>
            <a:off x="6313326" y="2303452"/>
            <a:ext cx="334536" cy="308132"/>
            <a:chOff x="2680100" y="2638725"/>
            <a:chExt cx="475125" cy="437625"/>
          </a:xfrm>
        </p:grpSpPr>
        <p:sp>
          <p:nvSpPr>
            <p:cNvPr id="9162" name="Google Shape;9162;p6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3" name="Google Shape;9163;p6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4" name="Google Shape;9164;p6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5" name="Google Shape;9165;p6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66" name="Google Shape;9166;p64"/>
          <p:cNvGrpSpPr/>
          <p:nvPr/>
        </p:nvGrpSpPr>
        <p:grpSpPr>
          <a:xfrm>
            <a:off x="6778965" y="2287425"/>
            <a:ext cx="239183" cy="340186"/>
            <a:chOff x="3342275" y="2615925"/>
            <a:chExt cx="339700" cy="483150"/>
          </a:xfrm>
        </p:grpSpPr>
        <p:sp>
          <p:nvSpPr>
            <p:cNvPr id="9167" name="Google Shape;9167;p6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8" name="Google Shape;9168;p6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69" name="Google Shape;9169;p64"/>
          <p:cNvSpPr/>
          <p:nvPr/>
        </p:nvSpPr>
        <p:spPr>
          <a:xfrm>
            <a:off x="7172212" y="2287100"/>
            <a:ext cx="279052" cy="340186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70" name="Google Shape;9170;p64"/>
          <p:cNvSpPr/>
          <p:nvPr/>
        </p:nvSpPr>
        <p:spPr>
          <a:xfrm>
            <a:off x="7565246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71" name="Google Shape;9171;p64"/>
          <p:cNvSpPr/>
          <p:nvPr/>
        </p:nvSpPr>
        <p:spPr>
          <a:xfrm>
            <a:off x="7990101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72" name="Google Shape;9172;p64"/>
          <p:cNvGrpSpPr/>
          <p:nvPr/>
        </p:nvGrpSpPr>
        <p:grpSpPr>
          <a:xfrm>
            <a:off x="6415846" y="3956426"/>
            <a:ext cx="339482" cy="339271"/>
            <a:chOff x="5648900" y="2616600"/>
            <a:chExt cx="482150" cy="481850"/>
          </a:xfrm>
        </p:grpSpPr>
        <p:sp>
          <p:nvSpPr>
            <p:cNvPr id="9173" name="Google Shape;9173;p6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4" name="Google Shape;9174;p6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75" name="Google Shape;9175;p64"/>
          <p:cNvGrpSpPr/>
          <p:nvPr/>
        </p:nvGrpSpPr>
        <p:grpSpPr>
          <a:xfrm>
            <a:off x="4735130" y="3963142"/>
            <a:ext cx="325626" cy="325694"/>
            <a:chOff x="6242825" y="2615925"/>
            <a:chExt cx="483125" cy="483225"/>
          </a:xfrm>
        </p:grpSpPr>
        <p:sp>
          <p:nvSpPr>
            <p:cNvPr id="9176" name="Google Shape;9176;p6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7" name="Google Shape;9177;p6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8" name="Google Shape;9178;p6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9" name="Google Shape;9179;p6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80" name="Google Shape;9180;p6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81" name="Google Shape;9181;p64"/>
          <p:cNvSpPr/>
          <p:nvPr/>
        </p:nvSpPr>
        <p:spPr>
          <a:xfrm>
            <a:off x="5053509" y="2716141"/>
            <a:ext cx="345977" cy="32117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82" name="Google Shape;9182;p64"/>
          <p:cNvGrpSpPr/>
          <p:nvPr/>
        </p:nvGrpSpPr>
        <p:grpSpPr>
          <a:xfrm>
            <a:off x="5488629" y="2707036"/>
            <a:ext cx="342087" cy="340186"/>
            <a:chOff x="1487200" y="3210375"/>
            <a:chExt cx="485850" cy="483150"/>
          </a:xfrm>
        </p:grpSpPr>
        <p:sp>
          <p:nvSpPr>
            <p:cNvPr id="9183" name="Google Shape;9183;p6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84" name="Google Shape;9184;p6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85" name="Google Shape;9185;p6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86" name="Google Shape;9186;p64"/>
          <p:cNvSpPr/>
          <p:nvPr/>
        </p:nvSpPr>
        <p:spPr>
          <a:xfrm>
            <a:off x="5895994" y="2739750"/>
            <a:ext cx="340168" cy="273948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87" name="Google Shape;9187;p64"/>
          <p:cNvSpPr/>
          <p:nvPr/>
        </p:nvSpPr>
        <p:spPr>
          <a:xfrm>
            <a:off x="6310174" y="2774289"/>
            <a:ext cx="340221" cy="204858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88" name="Google Shape;9188;p64"/>
          <p:cNvGrpSpPr/>
          <p:nvPr/>
        </p:nvGrpSpPr>
        <p:grpSpPr>
          <a:xfrm>
            <a:off x="6727988" y="2707027"/>
            <a:ext cx="341136" cy="340204"/>
            <a:chOff x="3269875" y="3210400"/>
            <a:chExt cx="484500" cy="483175"/>
          </a:xfrm>
        </p:grpSpPr>
        <p:sp>
          <p:nvSpPr>
            <p:cNvPr id="9189" name="Google Shape;9189;p6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0" name="Google Shape;9190;p6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91" name="Google Shape;9191;p64"/>
          <p:cNvGrpSpPr/>
          <p:nvPr/>
        </p:nvGrpSpPr>
        <p:grpSpPr>
          <a:xfrm>
            <a:off x="7227082" y="2706666"/>
            <a:ext cx="170216" cy="340925"/>
            <a:chOff x="3985700" y="3210375"/>
            <a:chExt cx="241750" cy="484200"/>
          </a:xfrm>
        </p:grpSpPr>
        <p:sp>
          <p:nvSpPr>
            <p:cNvPr id="9192" name="Google Shape;9192;p6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3" name="Google Shape;9193;p6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94" name="Google Shape;9194;p64"/>
          <p:cNvGrpSpPr/>
          <p:nvPr/>
        </p:nvGrpSpPr>
        <p:grpSpPr>
          <a:xfrm>
            <a:off x="7566351" y="2707678"/>
            <a:ext cx="339007" cy="338901"/>
            <a:chOff x="4460225" y="3211300"/>
            <a:chExt cx="481475" cy="481325"/>
          </a:xfrm>
        </p:grpSpPr>
        <p:sp>
          <p:nvSpPr>
            <p:cNvPr id="9195" name="Google Shape;9195;p6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6" name="Google Shape;9196;p6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97" name="Google Shape;9197;p64"/>
          <p:cNvSpPr/>
          <p:nvPr/>
        </p:nvSpPr>
        <p:spPr>
          <a:xfrm>
            <a:off x="7990101" y="2726454"/>
            <a:ext cx="340186" cy="300545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98" name="Google Shape;9198;p64"/>
          <p:cNvGrpSpPr/>
          <p:nvPr/>
        </p:nvGrpSpPr>
        <p:grpSpPr>
          <a:xfrm>
            <a:off x="6859688" y="3985756"/>
            <a:ext cx="342034" cy="280654"/>
            <a:chOff x="5647000" y="3252650"/>
            <a:chExt cx="485775" cy="398600"/>
          </a:xfrm>
        </p:grpSpPr>
        <p:sp>
          <p:nvSpPr>
            <p:cNvPr id="9199" name="Google Shape;9199;p6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0" name="Google Shape;9200;p6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1" name="Google Shape;9201;p6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2" name="Google Shape;9202;p6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3" name="Google Shape;9203;p6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04" name="Google Shape;9204;p64"/>
          <p:cNvGrpSpPr/>
          <p:nvPr/>
        </p:nvGrpSpPr>
        <p:grpSpPr>
          <a:xfrm>
            <a:off x="5165128" y="3991768"/>
            <a:ext cx="326536" cy="268454"/>
            <a:chOff x="6242450" y="3252800"/>
            <a:chExt cx="484475" cy="398300"/>
          </a:xfrm>
        </p:grpSpPr>
        <p:sp>
          <p:nvSpPr>
            <p:cNvPr id="9205" name="Google Shape;9205;p6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6" name="Google Shape;9206;p6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7" name="Google Shape;9207;p6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08" name="Google Shape;9208;p64"/>
          <p:cNvGrpSpPr/>
          <p:nvPr/>
        </p:nvGrpSpPr>
        <p:grpSpPr>
          <a:xfrm>
            <a:off x="5077111" y="3126102"/>
            <a:ext cx="298978" cy="340168"/>
            <a:chOff x="922025" y="3804850"/>
            <a:chExt cx="424625" cy="483125"/>
          </a:xfrm>
        </p:grpSpPr>
        <p:sp>
          <p:nvSpPr>
            <p:cNvPr id="9209" name="Google Shape;9209;p6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0" name="Google Shape;9210;p6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11" name="Google Shape;9211;p64"/>
          <p:cNvSpPr/>
          <p:nvPr/>
        </p:nvSpPr>
        <p:spPr>
          <a:xfrm>
            <a:off x="5485351" y="3125004"/>
            <a:ext cx="348301" cy="341418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12" name="Google Shape;9212;p64"/>
          <p:cNvGrpSpPr/>
          <p:nvPr/>
        </p:nvGrpSpPr>
        <p:grpSpPr>
          <a:xfrm>
            <a:off x="5909841" y="3126102"/>
            <a:ext cx="312955" cy="340168"/>
            <a:chOff x="2100300" y="3804850"/>
            <a:chExt cx="444475" cy="483125"/>
          </a:xfrm>
        </p:grpSpPr>
        <p:sp>
          <p:nvSpPr>
            <p:cNvPr id="9213" name="Google Shape;9213;p6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4" name="Google Shape;9214;p6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15" name="Google Shape;9215;p64"/>
          <p:cNvGrpSpPr/>
          <p:nvPr/>
        </p:nvGrpSpPr>
        <p:grpSpPr>
          <a:xfrm>
            <a:off x="6333463" y="3126102"/>
            <a:ext cx="294261" cy="340168"/>
            <a:chOff x="2708700" y="3804850"/>
            <a:chExt cx="417925" cy="483125"/>
          </a:xfrm>
        </p:grpSpPr>
        <p:sp>
          <p:nvSpPr>
            <p:cNvPr id="9216" name="Google Shape;9216;p6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7" name="Google Shape;9217;p6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8" name="Google Shape;9218;p6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9" name="Google Shape;9219;p6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20" name="Google Shape;9220;p64"/>
          <p:cNvSpPr/>
          <p:nvPr/>
        </p:nvSpPr>
        <p:spPr>
          <a:xfrm>
            <a:off x="6728094" y="3166169"/>
            <a:ext cx="340168" cy="2590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221" name="Google Shape;9221;p64"/>
          <p:cNvSpPr/>
          <p:nvPr/>
        </p:nvSpPr>
        <p:spPr>
          <a:xfrm>
            <a:off x="7154806" y="3125620"/>
            <a:ext cx="313870" cy="340186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22" name="Google Shape;9222;p64"/>
          <p:cNvGrpSpPr/>
          <p:nvPr/>
        </p:nvGrpSpPr>
        <p:grpSpPr>
          <a:xfrm>
            <a:off x="7570338" y="3127378"/>
            <a:ext cx="331033" cy="337616"/>
            <a:chOff x="4467450" y="3808475"/>
            <a:chExt cx="470150" cy="479500"/>
          </a:xfrm>
        </p:grpSpPr>
        <p:sp>
          <p:nvSpPr>
            <p:cNvPr id="9223" name="Google Shape;9223;p6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4" name="Google Shape;9224;p6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5" name="Google Shape;9225;p6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6" name="Google Shape;9226;p6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27" name="Google Shape;9227;p64"/>
          <p:cNvGrpSpPr/>
          <p:nvPr/>
        </p:nvGrpSpPr>
        <p:grpSpPr>
          <a:xfrm>
            <a:off x="7990685" y="3126102"/>
            <a:ext cx="340186" cy="340168"/>
            <a:chOff x="5053900" y="3804850"/>
            <a:chExt cx="483150" cy="483125"/>
          </a:xfrm>
        </p:grpSpPr>
        <p:sp>
          <p:nvSpPr>
            <p:cNvPr id="9228" name="Google Shape;9228;p6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9" name="Google Shape;9229;p6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0" name="Google Shape;9230;p6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1" name="Google Shape;9231;p6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32" name="Google Shape;9232;p64"/>
          <p:cNvGrpSpPr/>
          <p:nvPr/>
        </p:nvGrpSpPr>
        <p:grpSpPr>
          <a:xfrm>
            <a:off x="7306081" y="3956021"/>
            <a:ext cx="340168" cy="340168"/>
            <a:chOff x="5648375" y="3804850"/>
            <a:chExt cx="483125" cy="483125"/>
          </a:xfrm>
        </p:grpSpPr>
        <p:sp>
          <p:nvSpPr>
            <p:cNvPr id="9233" name="Google Shape;9233;p6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4" name="Google Shape;9234;p6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5" name="Google Shape;9235;p6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6" name="Google Shape;9236;p6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37" name="Google Shape;9237;p64"/>
          <p:cNvGrpSpPr/>
          <p:nvPr/>
        </p:nvGrpSpPr>
        <p:grpSpPr>
          <a:xfrm>
            <a:off x="5596036" y="3968278"/>
            <a:ext cx="280923" cy="315449"/>
            <a:chOff x="6276025" y="3812400"/>
            <a:chExt cx="416800" cy="468025"/>
          </a:xfrm>
        </p:grpSpPr>
        <p:sp>
          <p:nvSpPr>
            <p:cNvPr id="9238" name="Google Shape;9238;p6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9" name="Google Shape;9239;p6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0" name="Google Shape;9240;p6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1" name="Google Shape;9241;p6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42" name="Google Shape;9242;p64"/>
          <p:cNvGrpSpPr/>
          <p:nvPr/>
        </p:nvGrpSpPr>
        <p:grpSpPr>
          <a:xfrm>
            <a:off x="5055293" y="3545089"/>
            <a:ext cx="342615" cy="340186"/>
            <a:chOff x="890400" y="4399350"/>
            <a:chExt cx="486600" cy="483150"/>
          </a:xfrm>
        </p:grpSpPr>
        <p:sp>
          <p:nvSpPr>
            <p:cNvPr id="9243" name="Google Shape;9243;p6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4" name="Google Shape;9244;p6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5" name="Google Shape;9245;p6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46" name="Google Shape;9246;p64"/>
          <p:cNvGrpSpPr/>
          <p:nvPr/>
        </p:nvGrpSpPr>
        <p:grpSpPr>
          <a:xfrm>
            <a:off x="5489588" y="3560368"/>
            <a:ext cx="340168" cy="309628"/>
            <a:chOff x="1487200" y="4421025"/>
            <a:chExt cx="483125" cy="439750"/>
          </a:xfrm>
        </p:grpSpPr>
        <p:sp>
          <p:nvSpPr>
            <p:cNvPr id="9247" name="Google Shape;9247;p6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8" name="Google Shape;9248;p6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9" name="Google Shape;9249;p6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0" name="Google Shape;9250;p6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51" name="Google Shape;9251;p64"/>
          <p:cNvGrpSpPr/>
          <p:nvPr/>
        </p:nvGrpSpPr>
        <p:grpSpPr>
          <a:xfrm>
            <a:off x="5893867" y="3545107"/>
            <a:ext cx="344903" cy="340151"/>
            <a:chOff x="2079300" y="4399325"/>
            <a:chExt cx="489850" cy="483100"/>
          </a:xfrm>
        </p:grpSpPr>
        <p:sp>
          <p:nvSpPr>
            <p:cNvPr id="9252" name="Google Shape;9252;p6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3" name="Google Shape;9253;p6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54" name="Google Shape;9254;p64"/>
          <p:cNvSpPr/>
          <p:nvPr/>
        </p:nvSpPr>
        <p:spPr>
          <a:xfrm>
            <a:off x="6330757" y="3544569"/>
            <a:ext cx="299049" cy="340133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55" name="Google Shape;9255;p64"/>
          <p:cNvGrpSpPr/>
          <p:nvPr/>
        </p:nvGrpSpPr>
        <p:grpSpPr>
          <a:xfrm>
            <a:off x="6760439" y="3545107"/>
            <a:ext cx="276236" cy="340151"/>
            <a:chOff x="3316000" y="4399325"/>
            <a:chExt cx="392325" cy="483100"/>
          </a:xfrm>
        </p:grpSpPr>
        <p:sp>
          <p:nvSpPr>
            <p:cNvPr id="9256" name="Google Shape;9256;p6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7" name="Google Shape;9257;p6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58" name="Google Shape;9258;p64"/>
          <p:cNvGrpSpPr/>
          <p:nvPr/>
        </p:nvGrpSpPr>
        <p:grpSpPr>
          <a:xfrm>
            <a:off x="7185179" y="3545089"/>
            <a:ext cx="254022" cy="340186"/>
            <a:chOff x="3926225" y="4399275"/>
            <a:chExt cx="360775" cy="483150"/>
          </a:xfrm>
        </p:grpSpPr>
        <p:sp>
          <p:nvSpPr>
            <p:cNvPr id="9259" name="Google Shape;9259;p6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0" name="Google Shape;9260;p6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61" name="Google Shape;9261;p64"/>
          <p:cNvSpPr/>
          <p:nvPr/>
        </p:nvSpPr>
        <p:spPr>
          <a:xfrm>
            <a:off x="7645633" y="3544578"/>
            <a:ext cx="179387" cy="340116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62" name="Google Shape;9262;p64"/>
          <p:cNvGrpSpPr/>
          <p:nvPr/>
        </p:nvGrpSpPr>
        <p:grpSpPr>
          <a:xfrm>
            <a:off x="7990738" y="3545151"/>
            <a:ext cx="340080" cy="340063"/>
            <a:chOff x="5053975" y="4399375"/>
            <a:chExt cx="483000" cy="482975"/>
          </a:xfrm>
        </p:grpSpPr>
        <p:sp>
          <p:nvSpPr>
            <p:cNvPr id="9263" name="Google Shape;9263;p6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4" name="Google Shape;9264;p6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5" name="Google Shape;9265;p6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66" name="Google Shape;9266;p64"/>
          <p:cNvGrpSpPr/>
          <p:nvPr/>
        </p:nvGrpSpPr>
        <p:grpSpPr>
          <a:xfrm>
            <a:off x="7750609" y="3956042"/>
            <a:ext cx="340168" cy="340168"/>
            <a:chOff x="5648375" y="4399300"/>
            <a:chExt cx="483125" cy="483125"/>
          </a:xfrm>
        </p:grpSpPr>
        <p:sp>
          <p:nvSpPr>
            <p:cNvPr id="9267" name="Google Shape;9267;p6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8" name="Google Shape;9268;p6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69" name="Google Shape;9269;p64"/>
          <p:cNvGrpSpPr/>
          <p:nvPr/>
        </p:nvGrpSpPr>
        <p:grpSpPr>
          <a:xfrm>
            <a:off x="5981331" y="3974637"/>
            <a:ext cx="330007" cy="302744"/>
            <a:chOff x="6239575" y="4416275"/>
            <a:chExt cx="489625" cy="449175"/>
          </a:xfrm>
        </p:grpSpPr>
        <p:sp>
          <p:nvSpPr>
            <p:cNvPr id="9270" name="Google Shape;9270;p6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1" name="Google Shape;9271;p6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2" name="Google Shape;9272;p6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73" name="Google Shape;9273;p64"/>
          <p:cNvGrpSpPr/>
          <p:nvPr/>
        </p:nvGrpSpPr>
        <p:grpSpPr>
          <a:xfrm>
            <a:off x="3084610" y="3971815"/>
            <a:ext cx="308234" cy="308234"/>
            <a:chOff x="892750" y="4993750"/>
            <a:chExt cx="483125" cy="483125"/>
          </a:xfrm>
        </p:grpSpPr>
        <p:sp>
          <p:nvSpPr>
            <p:cNvPr id="9274" name="Google Shape;9274;p6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5" name="Google Shape;9275;p6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6" name="Google Shape;9276;p6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77" name="Google Shape;9277;p64"/>
          <p:cNvGrpSpPr/>
          <p:nvPr/>
        </p:nvGrpSpPr>
        <p:grpSpPr>
          <a:xfrm>
            <a:off x="3497219" y="3971815"/>
            <a:ext cx="308234" cy="308234"/>
            <a:chOff x="1487200" y="4993750"/>
            <a:chExt cx="483125" cy="483125"/>
          </a:xfrm>
        </p:grpSpPr>
        <p:sp>
          <p:nvSpPr>
            <p:cNvPr id="9278" name="Google Shape;9278;p6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9" name="Google Shape;9279;p6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80" name="Google Shape;9280;p64"/>
          <p:cNvGrpSpPr/>
          <p:nvPr/>
        </p:nvGrpSpPr>
        <p:grpSpPr>
          <a:xfrm>
            <a:off x="3909829" y="3971815"/>
            <a:ext cx="308234" cy="308234"/>
            <a:chOff x="2081650" y="4993750"/>
            <a:chExt cx="483125" cy="483125"/>
          </a:xfrm>
        </p:grpSpPr>
        <p:sp>
          <p:nvSpPr>
            <p:cNvPr id="9281" name="Google Shape;9281;p6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2" name="Google Shape;9282;p6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83" name="Google Shape;9283;p64"/>
          <p:cNvGrpSpPr/>
          <p:nvPr/>
        </p:nvGrpSpPr>
        <p:grpSpPr>
          <a:xfrm>
            <a:off x="1491328" y="3979188"/>
            <a:ext cx="293982" cy="293982"/>
            <a:chOff x="2676100" y="4993750"/>
            <a:chExt cx="483125" cy="483125"/>
          </a:xfrm>
        </p:grpSpPr>
        <p:sp>
          <p:nvSpPr>
            <p:cNvPr id="9284" name="Google Shape;9284;p6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5" name="Google Shape;9285;p6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6" name="Google Shape;9286;p6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87" name="Google Shape;9287;p64"/>
          <p:cNvGrpSpPr/>
          <p:nvPr/>
        </p:nvGrpSpPr>
        <p:grpSpPr>
          <a:xfrm>
            <a:off x="4322435" y="3971815"/>
            <a:ext cx="308234" cy="308234"/>
            <a:chOff x="3270550" y="4993750"/>
            <a:chExt cx="483125" cy="483125"/>
          </a:xfrm>
        </p:grpSpPr>
        <p:sp>
          <p:nvSpPr>
            <p:cNvPr id="9288" name="Google Shape;9288;p6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9" name="Google Shape;9289;p6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90" name="Google Shape;9290;p6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91" name="Google Shape;9291;p64"/>
          <p:cNvSpPr/>
          <p:nvPr/>
        </p:nvSpPr>
        <p:spPr>
          <a:xfrm>
            <a:off x="1889555" y="3978931"/>
            <a:ext cx="293997" cy="294073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92" name="Google Shape;9292;p64"/>
          <p:cNvGrpSpPr/>
          <p:nvPr/>
        </p:nvGrpSpPr>
        <p:grpSpPr>
          <a:xfrm>
            <a:off x="2288093" y="3979142"/>
            <a:ext cx="293997" cy="294073"/>
            <a:chOff x="4459450" y="4993700"/>
            <a:chExt cx="483150" cy="483275"/>
          </a:xfrm>
        </p:grpSpPr>
        <p:sp>
          <p:nvSpPr>
            <p:cNvPr id="9293" name="Google Shape;9293;p6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94" name="Google Shape;9294;p6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95" name="Google Shape;9295;p64"/>
          <p:cNvGrpSpPr/>
          <p:nvPr/>
        </p:nvGrpSpPr>
        <p:grpSpPr>
          <a:xfrm>
            <a:off x="2686471" y="3979142"/>
            <a:ext cx="293997" cy="294073"/>
            <a:chOff x="5053900" y="4993700"/>
            <a:chExt cx="483150" cy="483275"/>
          </a:xfrm>
        </p:grpSpPr>
        <p:sp>
          <p:nvSpPr>
            <p:cNvPr id="9296" name="Google Shape;9296;p6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97" name="Google Shape;9297;p6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01" name="Shape 9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2" name="Google Shape;9302;p65"/>
          <p:cNvSpPr/>
          <p:nvPr/>
        </p:nvSpPr>
        <p:spPr>
          <a:xfrm>
            <a:off x="844100" y="1534006"/>
            <a:ext cx="323667" cy="373560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3" name="Google Shape;9303;p65"/>
          <p:cNvSpPr/>
          <p:nvPr/>
        </p:nvSpPr>
        <p:spPr>
          <a:xfrm>
            <a:off x="844104" y="1998611"/>
            <a:ext cx="383008" cy="338738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4" name="Google Shape;9304;p65"/>
          <p:cNvSpPr/>
          <p:nvPr/>
        </p:nvSpPr>
        <p:spPr>
          <a:xfrm>
            <a:off x="852434" y="2428395"/>
            <a:ext cx="366348" cy="373412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5" name="Google Shape;9305;p65"/>
          <p:cNvGrpSpPr/>
          <p:nvPr/>
        </p:nvGrpSpPr>
        <p:grpSpPr>
          <a:xfrm>
            <a:off x="2987728" y="1561903"/>
            <a:ext cx="371882" cy="373766"/>
            <a:chOff x="-41270450" y="1973375"/>
            <a:chExt cx="315850" cy="317450"/>
          </a:xfrm>
        </p:grpSpPr>
        <p:sp>
          <p:nvSpPr>
            <p:cNvPr id="9306" name="Google Shape;9306;p6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0" name="Google Shape;9310;p65"/>
          <p:cNvGrpSpPr/>
          <p:nvPr/>
        </p:nvGrpSpPr>
        <p:grpSpPr>
          <a:xfrm>
            <a:off x="3005407" y="2008859"/>
            <a:ext cx="395871" cy="372088"/>
            <a:chOff x="-41291625" y="2339025"/>
            <a:chExt cx="336225" cy="316025"/>
          </a:xfrm>
        </p:grpSpPr>
        <p:sp>
          <p:nvSpPr>
            <p:cNvPr id="9311" name="Google Shape;9311;p6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3" name="Google Shape;9313;p65"/>
          <p:cNvSpPr/>
          <p:nvPr/>
        </p:nvSpPr>
        <p:spPr>
          <a:xfrm>
            <a:off x="2982027" y="2195874"/>
            <a:ext cx="0" cy="29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4" name="Google Shape;9314;p65"/>
          <p:cNvSpPr/>
          <p:nvPr/>
        </p:nvSpPr>
        <p:spPr>
          <a:xfrm>
            <a:off x="3016426" y="2441147"/>
            <a:ext cx="376503" cy="373442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5" name="Google Shape;9315;p65"/>
          <p:cNvSpPr/>
          <p:nvPr/>
        </p:nvSpPr>
        <p:spPr>
          <a:xfrm>
            <a:off x="1807487" y="2877846"/>
            <a:ext cx="231859" cy="372824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6" name="Google Shape;9316;p65"/>
          <p:cNvSpPr/>
          <p:nvPr/>
        </p:nvSpPr>
        <p:spPr>
          <a:xfrm>
            <a:off x="1759274" y="3307876"/>
            <a:ext cx="328289" cy="374914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7" name="Google Shape;9317;p65"/>
          <p:cNvSpPr/>
          <p:nvPr/>
        </p:nvSpPr>
        <p:spPr>
          <a:xfrm>
            <a:off x="1735189" y="3801910"/>
            <a:ext cx="372824" cy="374060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8" name="Google Shape;9318;p65"/>
          <p:cNvSpPr/>
          <p:nvPr/>
        </p:nvSpPr>
        <p:spPr>
          <a:xfrm>
            <a:off x="3953247" y="2878081"/>
            <a:ext cx="374678" cy="372353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9" name="Google Shape;9319;p65"/>
          <p:cNvGrpSpPr/>
          <p:nvPr/>
        </p:nvGrpSpPr>
        <p:grpSpPr>
          <a:xfrm>
            <a:off x="1229534" y="1533910"/>
            <a:ext cx="396931" cy="373147"/>
            <a:chOff x="-42804750" y="1949600"/>
            <a:chExt cx="337125" cy="316925"/>
          </a:xfrm>
        </p:grpSpPr>
        <p:sp>
          <p:nvSpPr>
            <p:cNvPr id="9320" name="Google Shape;9320;p6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3" name="Google Shape;9323;p65"/>
          <p:cNvGrpSpPr/>
          <p:nvPr/>
        </p:nvGrpSpPr>
        <p:grpSpPr>
          <a:xfrm>
            <a:off x="1292211" y="1986607"/>
            <a:ext cx="335706" cy="364258"/>
            <a:chOff x="-42778750" y="2320125"/>
            <a:chExt cx="285125" cy="309375"/>
          </a:xfrm>
        </p:grpSpPr>
        <p:sp>
          <p:nvSpPr>
            <p:cNvPr id="9324" name="Google Shape;9324;p6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65"/>
          <p:cNvGrpSpPr/>
          <p:nvPr/>
        </p:nvGrpSpPr>
        <p:grpSpPr>
          <a:xfrm>
            <a:off x="1269879" y="2433612"/>
            <a:ext cx="375591" cy="374678"/>
            <a:chOff x="-42796875" y="2680675"/>
            <a:chExt cx="319000" cy="318225"/>
          </a:xfrm>
        </p:grpSpPr>
        <p:sp>
          <p:nvSpPr>
            <p:cNvPr id="9327" name="Google Shape;9327;p6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2" name="Google Shape;9332;p65"/>
          <p:cNvSpPr/>
          <p:nvPr/>
        </p:nvSpPr>
        <p:spPr>
          <a:xfrm>
            <a:off x="3439644" y="1559525"/>
            <a:ext cx="375591" cy="373030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3" name="Google Shape;9333;p65"/>
          <p:cNvSpPr/>
          <p:nvPr/>
        </p:nvSpPr>
        <p:spPr>
          <a:xfrm>
            <a:off x="3459773" y="2040992"/>
            <a:ext cx="380241" cy="31810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4" name="Google Shape;9334;p65"/>
          <p:cNvSpPr/>
          <p:nvPr/>
        </p:nvSpPr>
        <p:spPr>
          <a:xfrm>
            <a:off x="3469303" y="2441147"/>
            <a:ext cx="375620" cy="372441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5" name="Google Shape;9335;p65"/>
          <p:cNvSpPr/>
          <p:nvPr/>
        </p:nvSpPr>
        <p:spPr>
          <a:xfrm>
            <a:off x="2230466" y="2877846"/>
            <a:ext cx="268977" cy="37096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6" name="Google Shape;9336;p65"/>
          <p:cNvSpPr/>
          <p:nvPr/>
        </p:nvSpPr>
        <p:spPr>
          <a:xfrm>
            <a:off x="2117481" y="3661407"/>
            <a:ext cx="29" cy="29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7" name="Google Shape;9337;p65"/>
          <p:cNvGrpSpPr/>
          <p:nvPr/>
        </p:nvGrpSpPr>
        <p:grpSpPr>
          <a:xfrm>
            <a:off x="2168150" y="3311887"/>
            <a:ext cx="390426" cy="369586"/>
            <a:chOff x="-39055650" y="2315975"/>
            <a:chExt cx="331600" cy="313900"/>
          </a:xfrm>
        </p:grpSpPr>
        <p:sp>
          <p:nvSpPr>
            <p:cNvPr id="9338" name="Google Shape;9338;p6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0" name="Google Shape;9340;p65"/>
          <p:cNvSpPr/>
          <p:nvPr/>
        </p:nvSpPr>
        <p:spPr>
          <a:xfrm>
            <a:off x="2174857" y="3829888"/>
            <a:ext cx="374649" cy="31810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1" name="Google Shape;9341;p65"/>
          <p:cNvSpPr/>
          <p:nvPr/>
        </p:nvSpPr>
        <p:spPr>
          <a:xfrm>
            <a:off x="3995440" y="3297221"/>
            <a:ext cx="290288" cy="375355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2" name="Google Shape;9342;p65"/>
          <p:cNvGrpSpPr/>
          <p:nvPr/>
        </p:nvGrpSpPr>
        <p:grpSpPr>
          <a:xfrm>
            <a:off x="1659816" y="1534087"/>
            <a:ext cx="380241" cy="371793"/>
            <a:chOff x="-42430625" y="1949750"/>
            <a:chExt cx="322950" cy="315775"/>
          </a:xfrm>
        </p:grpSpPr>
        <p:sp>
          <p:nvSpPr>
            <p:cNvPr id="9343" name="Google Shape;9343;p6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7" name="Google Shape;9347;p65"/>
          <p:cNvSpPr/>
          <p:nvPr/>
        </p:nvSpPr>
        <p:spPr>
          <a:xfrm>
            <a:off x="1719036" y="1981654"/>
            <a:ext cx="324609" cy="372824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8" name="Google Shape;9348;p65"/>
          <p:cNvSpPr/>
          <p:nvPr/>
        </p:nvSpPr>
        <p:spPr>
          <a:xfrm>
            <a:off x="1696509" y="2414097"/>
            <a:ext cx="370057" cy="372647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9" name="Google Shape;9349;p65"/>
          <p:cNvSpPr/>
          <p:nvPr/>
        </p:nvSpPr>
        <p:spPr>
          <a:xfrm>
            <a:off x="3917021" y="1568326"/>
            <a:ext cx="373766" cy="340357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0" name="Google Shape;9350;p65"/>
          <p:cNvSpPr/>
          <p:nvPr/>
        </p:nvSpPr>
        <p:spPr>
          <a:xfrm>
            <a:off x="3936416" y="2007614"/>
            <a:ext cx="379329" cy="373766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1" name="Google Shape;9351;p65"/>
          <p:cNvSpPr/>
          <p:nvPr/>
        </p:nvSpPr>
        <p:spPr>
          <a:xfrm>
            <a:off x="3906859" y="2439940"/>
            <a:ext cx="373766" cy="373736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2" name="Google Shape;9352;p65"/>
          <p:cNvSpPr/>
          <p:nvPr/>
        </p:nvSpPr>
        <p:spPr>
          <a:xfrm>
            <a:off x="2616350" y="2874814"/>
            <a:ext cx="374678" cy="375620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3" name="Google Shape;9353;p65"/>
          <p:cNvGrpSpPr/>
          <p:nvPr/>
        </p:nvGrpSpPr>
        <p:grpSpPr>
          <a:xfrm>
            <a:off x="2623344" y="3310032"/>
            <a:ext cx="372824" cy="372058"/>
            <a:chOff x="-38686275" y="2314400"/>
            <a:chExt cx="316650" cy="316000"/>
          </a:xfrm>
        </p:grpSpPr>
        <p:sp>
          <p:nvSpPr>
            <p:cNvPr id="9354" name="Google Shape;9354;p6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65"/>
          <p:cNvGrpSpPr/>
          <p:nvPr/>
        </p:nvGrpSpPr>
        <p:grpSpPr>
          <a:xfrm>
            <a:off x="2621946" y="3802072"/>
            <a:ext cx="375620" cy="373736"/>
            <a:chOff x="-38686275" y="2682250"/>
            <a:chExt cx="319025" cy="317425"/>
          </a:xfrm>
        </p:grpSpPr>
        <p:sp>
          <p:nvSpPr>
            <p:cNvPr id="9357" name="Google Shape;9357;p6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9" name="Google Shape;9359;p65"/>
          <p:cNvGrpSpPr/>
          <p:nvPr/>
        </p:nvGrpSpPr>
        <p:grpSpPr>
          <a:xfrm>
            <a:off x="3940328" y="3800615"/>
            <a:ext cx="391368" cy="376650"/>
            <a:chOff x="-37534750" y="2668075"/>
            <a:chExt cx="332400" cy="319900"/>
          </a:xfrm>
        </p:grpSpPr>
        <p:sp>
          <p:nvSpPr>
            <p:cNvPr id="9360" name="Google Shape;9360;p6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2" name="Google Shape;9362;p65"/>
          <p:cNvSpPr/>
          <p:nvPr/>
        </p:nvSpPr>
        <p:spPr>
          <a:xfrm>
            <a:off x="2106751" y="1533329"/>
            <a:ext cx="375591" cy="372588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3" name="Google Shape;9363;p65"/>
          <p:cNvGrpSpPr/>
          <p:nvPr/>
        </p:nvGrpSpPr>
        <p:grpSpPr>
          <a:xfrm>
            <a:off x="2131694" y="1981750"/>
            <a:ext cx="375591" cy="374060"/>
            <a:chOff x="-42062025" y="2316000"/>
            <a:chExt cx="319000" cy="317700"/>
          </a:xfrm>
        </p:grpSpPr>
        <p:sp>
          <p:nvSpPr>
            <p:cNvPr id="9364" name="Google Shape;9364;p6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6" name="Google Shape;9366;p65"/>
          <p:cNvSpPr/>
          <p:nvPr/>
        </p:nvSpPr>
        <p:spPr>
          <a:xfrm>
            <a:off x="2135027" y="2413185"/>
            <a:ext cx="378387" cy="375296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7" name="Google Shape;9367;p65"/>
          <p:cNvGrpSpPr/>
          <p:nvPr/>
        </p:nvGrpSpPr>
        <p:grpSpPr>
          <a:xfrm>
            <a:off x="876569" y="2892853"/>
            <a:ext cx="330143" cy="368173"/>
            <a:chOff x="-40150450" y="1977325"/>
            <a:chExt cx="280400" cy="312700"/>
          </a:xfrm>
        </p:grpSpPr>
        <p:sp>
          <p:nvSpPr>
            <p:cNvPr id="9368" name="Google Shape;9368;p6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65"/>
          <p:cNvGrpSpPr/>
          <p:nvPr/>
        </p:nvGrpSpPr>
        <p:grpSpPr>
          <a:xfrm>
            <a:off x="870534" y="3352072"/>
            <a:ext cx="342211" cy="372824"/>
            <a:chOff x="-40160700" y="2339625"/>
            <a:chExt cx="290650" cy="316650"/>
          </a:xfrm>
        </p:grpSpPr>
        <p:sp>
          <p:nvSpPr>
            <p:cNvPr id="9373" name="Google Shape;9373;p6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65"/>
          <p:cNvGrpSpPr/>
          <p:nvPr/>
        </p:nvGrpSpPr>
        <p:grpSpPr>
          <a:xfrm>
            <a:off x="852359" y="3802529"/>
            <a:ext cx="375591" cy="372824"/>
            <a:chOff x="-40171725" y="2705875"/>
            <a:chExt cx="319000" cy="316650"/>
          </a:xfrm>
        </p:grpSpPr>
        <p:sp>
          <p:nvSpPr>
            <p:cNvPr id="9378" name="Google Shape;9378;p6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0" name="Google Shape;9380;p65"/>
          <p:cNvGrpSpPr/>
          <p:nvPr/>
        </p:nvGrpSpPr>
        <p:grpSpPr>
          <a:xfrm>
            <a:off x="3109957" y="2876984"/>
            <a:ext cx="272686" cy="373766"/>
            <a:chOff x="-38275925" y="1946600"/>
            <a:chExt cx="231600" cy="317450"/>
          </a:xfrm>
        </p:grpSpPr>
        <p:sp>
          <p:nvSpPr>
            <p:cNvPr id="9381" name="Google Shape;9381;p6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3" name="Google Shape;9383;p65"/>
          <p:cNvSpPr/>
          <p:nvPr/>
        </p:nvSpPr>
        <p:spPr>
          <a:xfrm>
            <a:off x="3057873" y="3308700"/>
            <a:ext cx="374678" cy="374089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4" name="Google Shape;9384;p65"/>
          <p:cNvSpPr/>
          <p:nvPr/>
        </p:nvSpPr>
        <p:spPr>
          <a:xfrm>
            <a:off x="3137950" y="3801601"/>
            <a:ext cx="219821" cy="374678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5" name="Google Shape;9385;p65"/>
          <p:cNvGrpSpPr/>
          <p:nvPr/>
        </p:nvGrpSpPr>
        <p:grpSpPr>
          <a:xfrm>
            <a:off x="2173841" y="4274426"/>
            <a:ext cx="382096" cy="371911"/>
            <a:chOff x="-37190575" y="1951325"/>
            <a:chExt cx="324525" cy="315875"/>
          </a:xfrm>
        </p:grpSpPr>
        <p:sp>
          <p:nvSpPr>
            <p:cNvPr id="9386" name="Google Shape;9386;p6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1" name="Google Shape;9391;p65"/>
          <p:cNvSpPr/>
          <p:nvPr/>
        </p:nvSpPr>
        <p:spPr>
          <a:xfrm>
            <a:off x="2541596" y="1531475"/>
            <a:ext cx="378387" cy="373736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2" name="Google Shape;9392;p65"/>
          <p:cNvGrpSpPr/>
          <p:nvPr/>
        </p:nvGrpSpPr>
        <p:grpSpPr>
          <a:xfrm>
            <a:off x="2574144" y="2060577"/>
            <a:ext cx="373736" cy="293055"/>
            <a:chOff x="-41694200" y="2382950"/>
            <a:chExt cx="317425" cy="248900"/>
          </a:xfrm>
        </p:grpSpPr>
        <p:sp>
          <p:nvSpPr>
            <p:cNvPr id="9393" name="Google Shape;9393;p6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65"/>
          <p:cNvGrpSpPr/>
          <p:nvPr/>
        </p:nvGrpSpPr>
        <p:grpSpPr>
          <a:xfrm>
            <a:off x="2570967" y="2413885"/>
            <a:ext cx="375591" cy="373766"/>
            <a:chOff x="-41695775" y="2683025"/>
            <a:chExt cx="319000" cy="317450"/>
          </a:xfrm>
        </p:grpSpPr>
        <p:sp>
          <p:nvSpPr>
            <p:cNvPr id="9396" name="Google Shape;9396;p6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65"/>
          <p:cNvGrpSpPr/>
          <p:nvPr/>
        </p:nvGrpSpPr>
        <p:grpSpPr>
          <a:xfrm>
            <a:off x="1313266" y="2906655"/>
            <a:ext cx="342211" cy="375620"/>
            <a:chOff x="-39792875" y="1971800"/>
            <a:chExt cx="290650" cy="319025"/>
          </a:xfrm>
        </p:grpSpPr>
        <p:sp>
          <p:nvSpPr>
            <p:cNvPr id="9400" name="Google Shape;9400;p6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65"/>
          <p:cNvGrpSpPr/>
          <p:nvPr/>
        </p:nvGrpSpPr>
        <p:grpSpPr>
          <a:xfrm>
            <a:off x="1322068" y="3337731"/>
            <a:ext cx="324609" cy="374825"/>
            <a:chOff x="-39783425" y="2337925"/>
            <a:chExt cx="275700" cy="318350"/>
          </a:xfrm>
        </p:grpSpPr>
        <p:sp>
          <p:nvSpPr>
            <p:cNvPr id="9403" name="Google Shape;9403;p6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5" name="Google Shape;9405;p65"/>
          <p:cNvSpPr/>
          <p:nvPr/>
        </p:nvSpPr>
        <p:spPr>
          <a:xfrm>
            <a:off x="1296433" y="3802308"/>
            <a:ext cx="371911" cy="373265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6" name="Google Shape;9406;p65"/>
          <p:cNvGrpSpPr/>
          <p:nvPr/>
        </p:nvGrpSpPr>
        <p:grpSpPr>
          <a:xfrm>
            <a:off x="3490328" y="2878839"/>
            <a:ext cx="383950" cy="372618"/>
            <a:chOff x="-37956150" y="1948175"/>
            <a:chExt cx="326100" cy="316475"/>
          </a:xfrm>
        </p:grpSpPr>
        <p:sp>
          <p:nvSpPr>
            <p:cNvPr id="9407" name="Google Shape;9407;p6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0" name="Google Shape;9410;p65"/>
          <p:cNvGrpSpPr/>
          <p:nvPr/>
        </p:nvGrpSpPr>
        <p:grpSpPr>
          <a:xfrm>
            <a:off x="3497847" y="3386092"/>
            <a:ext cx="375620" cy="243015"/>
            <a:chOff x="-37953000" y="2379000"/>
            <a:chExt cx="319025" cy="206400"/>
          </a:xfrm>
        </p:grpSpPr>
        <p:sp>
          <p:nvSpPr>
            <p:cNvPr id="9411" name="Google Shape;9411;p6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6" name="Google Shape;9416;p65"/>
          <p:cNvSpPr/>
          <p:nvPr/>
        </p:nvSpPr>
        <p:spPr>
          <a:xfrm>
            <a:off x="3490950" y="3801601"/>
            <a:ext cx="385805" cy="374678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7" name="Google Shape;9417;p65"/>
          <p:cNvSpPr/>
          <p:nvPr/>
        </p:nvSpPr>
        <p:spPr>
          <a:xfrm>
            <a:off x="2669201" y="4273482"/>
            <a:ext cx="268977" cy="373766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8" name="Google Shape;9418;p6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9" name="Google Shape;9419;p6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0" name="Google Shape;9420;p65"/>
          <p:cNvSpPr/>
          <p:nvPr/>
        </p:nvSpPr>
        <p:spPr>
          <a:xfrm>
            <a:off x="4866545" y="1581240"/>
            <a:ext cx="353180" cy="314589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1" name="Google Shape;9421;p65"/>
          <p:cNvGrpSpPr/>
          <p:nvPr/>
        </p:nvGrpSpPr>
        <p:grpSpPr>
          <a:xfrm>
            <a:off x="4865594" y="2008353"/>
            <a:ext cx="354107" cy="355063"/>
            <a:chOff x="-28467625" y="2331750"/>
            <a:chExt cx="296150" cy="296950"/>
          </a:xfrm>
        </p:grpSpPr>
        <p:sp>
          <p:nvSpPr>
            <p:cNvPr id="9422" name="Google Shape;9422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65"/>
          <p:cNvGrpSpPr/>
          <p:nvPr/>
        </p:nvGrpSpPr>
        <p:grpSpPr>
          <a:xfrm>
            <a:off x="4879719" y="2451434"/>
            <a:ext cx="325858" cy="351327"/>
            <a:chOff x="-28461325" y="2701925"/>
            <a:chExt cx="272525" cy="293825"/>
          </a:xfrm>
        </p:grpSpPr>
        <p:sp>
          <p:nvSpPr>
            <p:cNvPr id="9425" name="Google Shape;9425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65"/>
          <p:cNvGrpSpPr/>
          <p:nvPr/>
        </p:nvGrpSpPr>
        <p:grpSpPr>
          <a:xfrm>
            <a:off x="7103910" y="1625071"/>
            <a:ext cx="354107" cy="226974"/>
            <a:chOff x="-26585200" y="2025375"/>
            <a:chExt cx="296150" cy="189825"/>
          </a:xfrm>
        </p:grpSpPr>
        <p:sp>
          <p:nvSpPr>
            <p:cNvPr id="9429" name="Google Shape;9429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65"/>
          <p:cNvGrpSpPr/>
          <p:nvPr/>
        </p:nvGrpSpPr>
        <p:grpSpPr>
          <a:xfrm>
            <a:off x="7104373" y="2009294"/>
            <a:ext cx="353180" cy="353180"/>
            <a:chOff x="-26584425" y="2340425"/>
            <a:chExt cx="295375" cy="295375"/>
          </a:xfrm>
        </p:grpSpPr>
        <p:sp>
          <p:nvSpPr>
            <p:cNvPr id="9435" name="Google Shape;9435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65"/>
          <p:cNvGrpSpPr/>
          <p:nvPr/>
        </p:nvGrpSpPr>
        <p:grpSpPr>
          <a:xfrm>
            <a:off x="7099202" y="2450388"/>
            <a:ext cx="363523" cy="353419"/>
            <a:chOff x="-26585200" y="2710400"/>
            <a:chExt cx="304025" cy="295575"/>
          </a:xfrm>
        </p:grpSpPr>
        <p:sp>
          <p:nvSpPr>
            <p:cNvPr id="9441" name="Google Shape;9441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65"/>
          <p:cNvGrpSpPr/>
          <p:nvPr/>
        </p:nvGrpSpPr>
        <p:grpSpPr>
          <a:xfrm>
            <a:off x="5754337" y="2891866"/>
            <a:ext cx="354136" cy="353210"/>
            <a:chOff x="-24709875" y="1970225"/>
            <a:chExt cx="296175" cy="295400"/>
          </a:xfrm>
        </p:grpSpPr>
        <p:sp>
          <p:nvSpPr>
            <p:cNvPr id="9454" name="Google Shape;9454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65"/>
          <p:cNvGrpSpPr/>
          <p:nvPr/>
        </p:nvGrpSpPr>
        <p:grpSpPr>
          <a:xfrm>
            <a:off x="5786352" y="3338744"/>
            <a:ext cx="290107" cy="354107"/>
            <a:chOff x="-24683100" y="2340425"/>
            <a:chExt cx="242625" cy="296150"/>
          </a:xfrm>
        </p:grpSpPr>
        <p:sp>
          <p:nvSpPr>
            <p:cNvPr id="9457" name="Google Shape;9457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1" name="Google Shape;9461;p65"/>
          <p:cNvSpPr/>
          <p:nvPr/>
        </p:nvSpPr>
        <p:spPr>
          <a:xfrm>
            <a:off x="5786789" y="3779910"/>
            <a:ext cx="290077" cy="354136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2" name="Google Shape;9462;p65"/>
          <p:cNvGrpSpPr/>
          <p:nvPr/>
        </p:nvGrpSpPr>
        <p:grpSpPr>
          <a:xfrm>
            <a:off x="7992594" y="2891866"/>
            <a:ext cx="360713" cy="353210"/>
            <a:chOff x="-22881800" y="1971800"/>
            <a:chExt cx="301675" cy="295400"/>
          </a:xfrm>
        </p:grpSpPr>
        <p:sp>
          <p:nvSpPr>
            <p:cNvPr id="9463" name="Google Shape;9463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9" name="Google Shape;9469;p65"/>
          <p:cNvSpPr/>
          <p:nvPr/>
        </p:nvSpPr>
        <p:spPr>
          <a:xfrm>
            <a:off x="5326091" y="1561466"/>
            <a:ext cx="314589" cy="354136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0" name="Google Shape;9470;p65"/>
          <p:cNvSpPr/>
          <p:nvPr/>
        </p:nvSpPr>
        <p:spPr>
          <a:xfrm>
            <a:off x="5304434" y="2008907"/>
            <a:ext cx="357903" cy="353897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1" name="Google Shape;9471;p65"/>
          <p:cNvGrpSpPr/>
          <p:nvPr/>
        </p:nvGrpSpPr>
        <p:grpSpPr>
          <a:xfrm>
            <a:off x="5368939" y="2450029"/>
            <a:ext cx="227930" cy="354136"/>
            <a:chOff x="-28043900" y="2701925"/>
            <a:chExt cx="190625" cy="296175"/>
          </a:xfrm>
        </p:grpSpPr>
        <p:sp>
          <p:nvSpPr>
            <p:cNvPr id="9472" name="Google Shape;9472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65"/>
          <p:cNvGrpSpPr/>
          <p:nvPr/>
        </p:nvGrpSpPr>
        <p:grpSpPr>
          <a:xfrm>
            <a:off x="7541805" y="1561968"/>
            <a:ext cx="354136" cy="353180"/>
            <a:chOff x="-26215025" y="1971025"/>
            <a:chExt cx="296175" cy="295375"/>
          </a:xfrm>
        </p:grpSpPr>
        <p:sp>
          <p:nvSpPr>
            <p:cNvPr id="9478" name="Google Shape;9478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65"/>
          <p:cNvGrpSpPr/>
          <p:nvPr/>
        </p:nvGrpSpPr>
        <p:grpSpPr>
          <a:xfrm>
            <a:off x="7541327" y="2009758"/>
            <a:ext cx="355093" cy="352253"/>
            <a:chOff x="-26215825" y="2341200"/>
            <a:chExt cx="296975" cy="294600"/>
          </a:xfrm>
        </p:grpSpPr>
        <p:sp>
          <p:nvSpPr>
            <p:cNvPr id="9487" name="Google Shape;9487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65"/>
          <p:cNvGrpSpPr/>
          <p:nvPr/>
        </p:nvGrpSpPr>
        <p:grpSpPr>
          <a:xfrm>
            <a:off x="7573357" y="2450508"/>
            <a:ext cx="291033" cy="353180"/>
            <a:chOff x="-26179575" y="2710600"/>
            <a:chExt cx="243400" cy="295375"/>
          </a:xfrm>
        </p:grpSpPr>
        <p:sp>
          <p:nvSpPr>
            <p:cNvPr id="9490" name="Google Shape;9490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65"/>
          <p:cNvGrpSpPr/>
          <p:nvPr/>
        </p:nvGrpSpPr>
        <p:grpSpPr>
          <a:xfrm>
            <a:off x="6212417" y="2891881"/>
            <a:ext cx="337187" cy="353180"/>
            <a:chOff x="-24328675" y="1971025"/>
            <a:chExt cx="282000" cy="295375"/>
          </a:xfrm>
        </p:grpSpPr>
        <p:sp>
          <p:nvSpPr>
            <p:cNvPr id="9494" name="Google Shape;9494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65"/>
          <p:cNvGrpSpPr/>
          <p:nvPr/>
        </p:nvGrpSpPr>
        <p:grpSpPr>
          <a:xfrm>
            <a:off x="6214778" y="3339207"/>
            <a:ext cx="332464" cy="353180"/>
            <a:chOff x="-24330250" y="2340425"/>
            <a:chExt cx="278050" cy="295375"/>
          </a:xfrm>
        </p:grpSpPr>
        <p:sp>
          <p:nvSpPr>
            <p:cNvPr id="9497" name="Google Shape;9497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4" name="Google Shape;9504;p65"/>
          <p:cNvGrpSpPr/>
          <p:nvPr/>
        </p:nvGrpSpPr>
        <p:grpSpPr>
          <a:xfrm>
            <a:off x="6204420" y="3780420"/>
            <a:ext cx="353180" cy="353180"/>
            <a:chOff x="-24338900" y="2710600"/>
            <a:chExt cx="295375" cy="295375"/>
          </a:xfrm>
        </p:grpSpPr>
        <p:sp>
          <p:nvSpPr>
            <p:cNvPr id="9505" name="Google Shape;9505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7" name="Google Shape;9507;p65"/>
          <p:cNvGrpSpPr/>
          <p:nvPr/>
        </p:nvGrpSpPr>
        <p:grpSpPr>
          <a:xfrm>
            <a:off x="7995419" y="3339805"/>
            <a:ext cx="355063" cy="351984"/>
            <a:chOff x="-22859750" y="2335900"/>
            <a:chExt cx="296950" cy="294375"/>
          </a:xfrm>
        </p:grpSpPr>
        <p:sp>
          <p:nvSpPr>
            <p:cNvPr id="9508" name="Google Shape;9508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65"/>
          <p:cNvGrpSpPr/>
          <p:nvPr/>
        </p:nvGrpSpPr>
        <p:grpSpPr>
          <a:xfrm>
            <a:off x="5774767" y="1561953"/>
            <a:ext cx="311749" cy="353210"/>
            <a:chOff x="-27710725" y="1959200"/>
            <a:chExt cx="260725" cy="295400"/>
          </a:xfrm>
        </p:grpSpPr>
        <p:sp>
          <p:nvSpPr>
            <p:cNvPr id="9512" name="Google Shape;9512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4" name="Google Shape;9514;p65"/>
          <p:cNvGrpSpPr/>
          <p:nvPr/>
        </p:nvGrpSpPr>
        <p:grpSpPr>
          <a:xfrm>
            <a:off x="5752631" y="2070499"/>
            <a:ext cx="356020" cy="230770"/>
            <a:chOff x="-27728850" y="2382950"/>
            <a:chExt cx="297750" cy="193000"/>
          </a:xfrm>
        </p:grpSpPr>
        <p:sp>
          <p:nvSpPr>
            <p:cNvPr id="9515" name="Google Shape;9515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8" name="Google Shape;9518;p65"/>
          <p:cNvSpPr/>
          <p:nvPr/>
        </p:nvSpPr>
        <p:spPr>
          <a:xfrm>
            <a:off x="5753569" y="2456827"/>
            <a:ext cx="355093" cy="340476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9" name="Google Shape;9519;p65"/>
          <p:cNvSpPr/>
          <p:nvPr/>
        </p:nvSpPr>
        <p:spPr>
          <a:xfrm>
            <a:off x="7984417" y="1561466"/>
            <a:ext cx="354136" cy="354136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0" name="Google Shape;9520;p65"/>
          <p:cNvGrpSpPr/>
          <p:nvPr/>
        </p:nvGrpSpPr>
        <p:grpSpPr>
          <a:xfrm>
            <a:off x="7983975" y="2018710"/>
            <a:ext cx="354136" cy="334348"/>
            <a:chOff x="-25844850" y="2357750"/>
            <a:chExt cx="296175" cy="279625"/>
          </a:xfrm>
        </p:grpSpPr>
        <p:sp>
          <p:nvSpPr>
            <p:cNvPr id="9521" name="Google Shape;9521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7" name="Google Shape;9527;p65"/>
          <p:cNvSpPr/>
          <p:nvPr/>
        </p:nvSpPr>
        <p:spPr>
          <a:xfrm>
            <a:off x="7982071" y="2450116"/>
            <a:ext cx="358830" cy="353897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8" name="Google Shape;9528;p65"/>
          <p:cNvGrpSpPr/>
          <p:nvPr/>
        </p:nvGrpSpPr>
        <p:grpSpPr>
          <a:xfrm>
            <a:off x="6712883" y="2891866"/>
            <a:ext cx="228887" cy="353210"/>
            <a:chOff x="-23917525" y="1970225"/>
            <a:chExt cx="191425" cy="295400"/>
          </a:xfrm>
        </p:grpSpPr>
        <p:sp>
          <p:nvSpPr>
            <p:cNvPr id="9529" name="Google Shape;9529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65"/>
          <p:cNvGrpSpPr/>
          <p:nvPr/>
        </p:nvGrpSpPr>
        <p:grpSpPr>
          <a:xfrm>
            <a:off x="6668164" y="3338744"/>
            <a:ext cx="318325" cy="354107"/>
            <a:chOff x="-23952175" y="2340425"/>
            <a:chExt cx="266225" cy="296150"/>
          </a:xfrm>
        </p:grpSpPr>
        <p:sp>
          <p:nvSpPr>
            <p:cNvPr id="9533" name="Google Shape;9533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5" name="Google Shape;9535;p65"/>
          <p:cNvSpPr/>
          <p:nvPr/>
        </p:nvSpPr>
        <p:spPr>
          <a:xfrm>
            <a:off x="6641253" y="3780732"/>
            <a:ext cx="372969" cy="352492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6" name="Google Shape;9536;p65"/>
          <p:cNvGrpSpPr/>
          <p:nvPr/>
        </p:nvGrpSpPr>
        <p:grpSpPr>
          <a:xfrm>
            <a:off x="8053336" y="3779000"/>
            <a:ext cx="239230" cy="356020"/>
            <a:chOff x="-22811700" y="2700350"/>
            <a:chExt cx="200075" cy="297750"/>
          </a:xfrm>
        </p:grpSpPr>
        <p:sp>
          <p:nvSpPr>
            <p:cNvPr id="9537" name="Google Shape;9537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0" name="Google Shape;9540;p65"/>
          <p:cNvGrpSpPr/>
          <p:nvPr/>
        </p:nvGrpSpPr>
        <p:grpSpPr>
          <a:xfrm>
            <a:off x="6201787" y="1561490"/>
            <a:ext cx="355063" cy="354136"/>
            <a:chOff x="-27358650" y="1961575"/>
            <a:chExt cx="296950" cy="296175"/>
          </a:xfrm>
        </p:grpSpPr>
        <p:sp>
          <p:nvSpPr>
            <p:cNvPr id="9541" name="Google Shape;9541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3" name="Google Shape;9543;p65"/>
          <p:cNvSpPr/>
          <p:nvPr/>
        </p:nvSpPr>
        <p:spPr>
          <a:xfrm>
            <a:off x="6243686" y="2009236"/>
            <a:ext cx="272201" cy="353240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4" name="Google Shape;9544;p65"/>
          <p:cNvSpPr/>
          <p:nvPr/>
        </p:nvSpPr>
        <p:spPr>
          <a:xfrm>
            <a:off x="6202255" y="2449997"/>
            <a:ext cx="355063" cy="354136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5" name="Google Shape;9545;p65"/>
          <p:cNvSpPr/>
          <p:nvPr/>
        </p:nvSpPr>
        <p:spPr>
          <a:xfrm>
            <a:off x="4883479" y="2892321"/>
            <a:ext cx="322122" cy="352253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6" name="Google Shape;9546;p65"/>
          <p:cNvGrpSpPr/>
          <p:nvPr/>
        </p:nvGrpSpPr>
        <p:grpSpPr>
          <a:xfrm>
            <a:off x="4865631" y="3349565"/>
            <a:ext cx="356946" cy="332464"/>
            <a:chOff x="-25477800" y="2357750"/>
            <a:chExt cx="298525" cy="278050"/>
          </a:xfrm>
        </p:grpSpPr>
        <p:sp>
          <p:nvSpPr>
            <p:cNvPr id="9547" name="Google Shape;9547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9" name="Google Shape;9549;p65"/>
          <p:cNvSpPr/>
          <p:nvPr/>
        </p:nvSpPr>
        <p:spPr>
          <a:xfrm>
            <a:off x="4867009" y="3780313"/>
            <a:ext cx="355063" cy="353329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0" name="Google Shape;9550;p65"/>
          <p:cNvGrpSpPr/>
          <p:nvPr/>
        </p:nvGrpSpPr>
        <p:grpSpPr>
          <a:xfrm>
            <a:off x="7100357" y="2891881"/>
            <a:ext cx="354136" cy="353180"/>
            <a:chOff x="-23599325" y="1971025"/>
            <a:chExt cx="296175" cy="295375"/>
          </a:xfrm>
        </p:grpSpPr>
        <p:sp>
          <p:nvSpPr>
            <p:cNvPr id="9551" name="Google Shape;9551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3" name="Google Shape;9553;p65"/>
          <p:cNvSpPr/>
          <p:nvPr/>
        </p:nvSpPr>
        <p:spPr>
          <a:xfrm>
            <a:off x="7101239" y="3338237"/>
            <a:ext cx="353180" cy="355063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4" name="Google Shape;9554;p65"/>
          <p:cNvSpPr/>
          <p:nvPr/>
        </p:nvSpPr>
        <p:spPr>
          <a:xfrm>
            <a:off x="7098877" y="3791209"/>
            <a:ext cx="357903" cy="331538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5" name="Google Shape;9555;p65"/>
          <p:cNvSpPr/>
          <p:nvPr/>
        </p:nvSpPr>
        <p:spPr>
          <a:xfrm>
            <a:off x="6201949" y="4272972"/>
            <a:ext cx="356020" cy="354136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6" name="Google Shape;9556;p65"/>
          <p:cNvGrpSpPr/>
          <p:nvPr/>
        </p:nvGrpSpPr>
        <p:grpSpPr>
          <a:xfrm>
            <a:off x="6644801" y="1561609"/>
            <a:ext cx="360713" cy="353897"/>
            <a:chOff x="-26993200" y="1961775"/>
            <a:chExt cx="301675" cy="295975"/>
          </a:xfrm>
        </p:grpSpPr>
        <p:sp>
          <p:nvSpPr>
            <p:cNvPr id="9557" name="Google Shape;9557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65"/>
          <p:cNvGrpSpPr/>
          <p:nvPr/>
        </p:nvGrpSpPr>
        <p:grpSpPr>
          <a:xfrm>
            <a:off x="6669761" y="2009294"/>
            <a:ext cx="310792" cy="353180"/>
            <a:chOff x="-26970350" y="2332550"/>
            <a:chExt cx="259925" cy="295375"/>
          </a:xfrm>
        </p:grpSpPr>
        <p:sp>
          <p:nvSpPr>
            <p:cNvPr id="9561" name="Google Shape;9561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65"/>
          <p:cNvGrpSpPr/>
          <p:nvPr/>
        </p:nvGrpSpPr>
        <p:grpSpPr>
          <a:xfrm>
            <a:off x="6649046" y="2482059"/>
            <a:ext cx="352223" cy="290077"/>
            <a:chOff x="-26986100" y="2735800"/>
            <a:chExt cx="294575" cy="242600"/>
          </a:xfrm>
        </p:grpSpPr>
        <p:sp>
          <p:nvSpPr>
            <p:cNvPr id="9564" name="Google Shape;9564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6" name="Google Shape;9566;p65"/>
          <p:cNvSpPr/>
          <p:nvPr/>
        </p:nvSpPr>
        <p:spPr>
          <a:xfrm>
            <a:off x="5308694" y="2891857"/>
            <a:ext cx="353180" cy="35318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7" name="Google Shape;9567;p65"/>
          <p:cNvGrpSpPr/>
          <p:nvPr/>
        </p:nvGrpSpPr>
        <p:grpSpPr>
          <a:xfrm>
            <a:off x="5308265" y="3338744"/>
            <a:ext cx="353180" cy="354107"/>
            <a:chOff x="-25104475" y="2340425"/>
            <a:chExt cx="295375" cy="296150"/>
          </a:xfrm>
        </p:grpSpPr>
        <p:sp>
          <p:nvSpPr>
            <p:cNvPr id="9568" name="Google Shape;9568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7" name="Google Shape;9577;p65"/>
          <p:cNvSpPr/>
          <p:nvPr/>
        </p:nvSpPr>
        <p:spPr>
          <a:xfrm>
            <a:off x="5306811" y="3825122"/>
            <a:ext cx="356946" cy="263712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8" name="Google Shape;9578;p65"/>
          <p:cNvGrpSpPr/>
          <p:nvPr/>
        </p:nvGrpSpPr>
        <p:grpSpPr>
          <a:xfrm>
            <a:off x="7548093" y="2891403"/>
            <a:ext cx="355063" cy="354136"/>
            <a:chOff x="-23229925" y="1970225"/>
            <a:chExt cx="296950" cy="296175"/>
          </a:xfrm>
        </p:grpSpPr>
        <p:sp>
          <p:nvSpPr>
            <p:cNvPr id="9579" name="Google Shape;9579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65"/>
          <p:cNvGrpSpPr/>
          <p:nvPr/>
        </p:nvGrpSpPr>
        <p:grpSpPr>
          <a:xfrm>
            <a:off x="7590466" y="3338266"/>
            <a:ext cx="270318" cy="355063"/>
            <a:chOff x="-23177950" y="2340425"/>
            <a:chExt cx="226075" cy="296950"/>
          </a:xfrm>
        </p:grpSpPr>
        <p:sp>
          <p:nvSpPr>
            <p:cNvPr id="9584" name="Google Shape;9584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65"/>
          <p:cNvGrpSpPr/>
          <p:nvPr/>
        </p:nvGrpSpPr>
        <p:grpSpPr>
          <a:xfrm>
            <a:off x="7548556" y="3779942"/>
            <a:ext cx="354136" cy="354136"/>
            <a:chOff x="-23229150" y="2710600"/>
            <a:chExt cx="296175" cy="296175"/>
          </a:xfrm>
        </p:grpSpPr>
        <p:sp>
          <p:nvSpPr>
            <p:cNvPr id="9587" name="Google Shape;9587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9" name="Google Shape;9589;p65"/>
          <p:cNvSpPr/>
          <p:nvPr/>
        </p:nvSpPr>
        <p:spPr>
          <a:xfrm>
            <a:off x="6650549" y="4273454"/>
            <a:ext cx="354136" cy="35318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93" name="Shape 9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4" name="Google Shape;9594;p6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5" name="Google Shape;9595;p6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96" name="Google Shape;9596;p66"/>
          <p:cNvGrpSpPr/>
          <p:nvPr/>
        </p:nvGrpSpPr>
        <p:grpSpPr>
          <a:xfrm>
            <a:off x="854368" y="1541720"/>
            <a:ext cx="366269" cy="366240"/>
            <a:chOff x="-65131525" y="1914325"/>
            <a:chExt cx="316650" cy="316625"/>
          </a:xfrm>
        </p:grpSpPr>
        <p:sp>
          <p:nvSpPr>
            <p:cNvPr id="9597" name="Google Shape;9597;p6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9" name="Google Shape;9599;p66"/>
          <p:cNvGrpSpPr/>
          <p:nvPr/>
        </p:nvGrpSpPr>
        <p:grpSpPr>
          <a:xfrm>
            <a:off x="854368" y="2022007"/>
            <a:ext cx="366269" cy="366269"/>
            <a:chOff x="-65131525" y="2281350"/>
            <a:chExt cx="316650" cy="316650"/>
          </a:xfrm>
        </p:grpSpPr>
        <p:sp>
          <p:nvSpPr>
            <p:cNvPr id="9600" name="Google Shape;9600;p6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2" name="Google Shape;9602;p66"/>
          <p:cNvGrpSpPr/>
          <p:nvPr/>
        </p:nvGrpSpPr>
        <p:grpSpPr>
          <a:xfrm>
            <a:off x="857564" y="2487006"/>
            <a:ext cx="359878" cy="367165"/>
            <a:chOff x="-65129950" y="2646800"/>
            <a:chExt cx="311125" cy="317425"/>
          </a:xfrm>
        </p:grpSpPr>
        <p:sp>
          <p:nvSpPr>
            <p:cNvPr id="9603" name="Google Shape;9603;p6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5" name="Google Shape;9605;p66"/>
          <p:cNvGrpSpPr/>
          <p:nvPr/>
        </p:nvGrpSpPr>
        <p:grpSpPr>
          <a:xfrm>
            <a:off x="3060897" y="1540332"/>
            <a:ext cx="368987" cy="369016"/>
            <a:chOff x="-63252250" y="1930850"/>
            <a:chExt cx="319000" cy="319025"/>
          </a:xfrm>
        </p:grpSpPr>
        <p:sp>
          <p:nvSpPr>
            <p:cNvPr id="9606" name="Google Shape;9606;p6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8" name="Google Shape;9608;p66"/>
          <p:cNvSpPr/>
          <p:nvPr/>
        </p:nvSpPr>
        <p:spPr>
          <a:xfrm>
            <a:off x="3052893" y="2021169"/>
            <a:ext cx="372371" cy="367946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9" name="Google Shape;9609;p66"/>
          <p:cNvGrpSpPr/>
          <p:nvPr/>
        </p:nvGrpSpPr>
        <p:grpSpPr>
          <a:xfrm>
            <a:off x="3061808" y="2486543"/>
            <a:ext cx="367165" cy="368091"/>
            <a:chOff x="-63250675" y="2664125"/>
            <a:chExt cx="317425" cy="318225"/>
          </a:xfrm>
        </p:grpSpPr>
        <p:sp>
          <p:nvSpPr>
            <p:cNvPr id="9610" name="Google Shape;9610;p6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66"/>
          <p:cNvGrpSpPr/>
          <p:nvPr/>
        </p:nvGrpSpPr>
        <p:grpSpPr>
          <a:xfrm>
            <a:off x="1738471" y="2962950"/>
            <a:ext cx="363522" cy="361266"/>
            <a:chOff x="-61354075" y="1940500"/>
            <a:chExt cx="314275" cy="312325"/>
          </a:xfrm>
        </p:grpSpPr>
        <p:sp>
          <p:nvSpPr>
            <p:cNvPr id="9613" name="Google Shape;9613;p6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7" name="Google Shape;9617;p66"/>
          <p:cNvGrpSpPr/>
          <p:nvPr/>
        </p:nvGrpSpPr>
        <p:grpSpPr>
          <a:xfrm>
            <a:off x="1737098" y="3411502"/>
            <a:ext cx="366269" cy="336195"/>
            <a:chOff x="-61354875" y="2322300"/>
            <a:chExt cx="316650" cy="290650"/>
          </a:xfrm>
        </p:grpSpPr>
        <p:sp>
          <p:nvSpPr>
            <p:cNvPr id="9618" name="Google Shape;9618;p6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1" name="Google Shape;9621;p66"/>
          <p:cNvGrpSpPr/>
          <p:nvPr/>
        </p:nvGrpSpPr>
        <p:grpSpPr>
          <a:xfrm>
            <a:off x="1737098" y="3839066"/>
            <a:ext cx="366269" cy="366269"/>
            <a:chOff x="-61354875" y="2671225"/>
            <a:chExt cx="316650" cy="316650"/>
          </a:xfrm>
        </p:grpSpPr>
        <p:sp>
          <p:nvSpPr>
            <p:cNvPr id="9622" name="Google Shape;9622;p6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66"/>
          <p:cNvGrpSpPr/>
          <p:nvPr/>
        </p:nvGrpSpPr>
        <p:grpSpPr>
          <a:xfrm>
            <a:off x="3952502" y="2958801"/>
            <a:ext cx="368987" cy="369566"/>
            <a:chOff x="-59502375" y="1904375"/>
            <a:chExt cx="319000" cy="319500"/>
          </a:xfrm>
        </p:grpSpPr>
        <p:sp>
          <p:nvSpPr>
            <p:cNvPr id="9628" name="Google Shape;9628;p6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66"/>
          <p:cNvGrpSpPr/>
          <p:nvPr/>
        </p:nvGrpSpPr>
        <p:grpSpPr>
          <a:xfrm>
            <a:off x="1298621" y="1542444"/>
            <a:ext cx="368987" cy="363666"/>
            <a:chOff x="-64774725" y="1916550"/>
            <a:chExt cx="319000" cy="314400"/>
          </a:xfrm>
        </p:grpSpPr>
        <p:sp>
          <p:nvSpPr>
            <p:cNvPr id="9632" name="Google Shape;9632;p6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66"/>
          <p:cNvGrpSpPr/>
          <p:nvPr/>
        </p:nvGrpSpPr>
        <p:grpSpPr>
          <a:xfrm>
            <a:off x="1299979" y="2020186"/>
            <a:ext cx="366269" cy="369913"/>
            <a:chOff x="-64764500" y="2280550"/>
            <a:chExt cx="316650" cy="319800"/>
          </a:xfrm>
        </p:grpSpPr>
        <p:sp>
          <p:nvSpPr>
            <p:cNvPr id="9635" name="Google Shape;9635;p6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7" name="Google Shape;9637;p66"/>
          <p:cNvSpPr/>
          <p:nvPr/>
        </p:nvSpPr>
        <p:spPr>
          <a:xfrm>
            <a:off x="1316753" y="2487454"/>
            <a:ext cx="319799" cy="366269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8" name="Google Shape;9638;p66"/>
          <p:cNvGrpSpPr/>
          <p:nvPr/>
        </p:nvGrpSpPr>
        <p:grpSpPr>
          <a:xfrm>
            <a:off x="3512023" y="1579401"/>
            <a:ext cx="365344" cy="289753"/>
            <a:chOff x="-62882850" y="1999375"/>
            <a:chExt cx="315850" cy="250500"/>
          </a:xfrm>
        </p:grpSpPr>
        <p:sp>
          <p:nvSpPr>
            <p:cNvPr id="9639" name="Google Shape;9639;p6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66"/>
          <p:cNvGrpSpPr/>
          <p:nvPr/>
        </p:nvGrpSpPr>
        <p:grpSpPr>
          <a:xfrm>
            <a:off x="3503362" y="2021545"/>
            <a:ext cx="382665" cy="367194"/>
            <a:chOff x="-62890750" y="2296300"/>
            <a:chExt cx="330825" cy="317450"/>
          </a:xfrm>
        </p:grpSpPr>
        <p:sp>
          <p:nvSpPr>
            <p:cNvPr id="9642" name="Google Shape;9642;p6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66"/>
          <p:cNvGrpSpPr/>
          <p:nvPr/>
        </p:nvGrpSpPr>
        <p:grpSpPr>
          <a:xfrm>
            <a:off x="3512023" y="2487006"/>
            <a:ext cx="365344" cy="367165"/>
            <a:chOff x="-62882850" y="2664925"/>
            <a:chExt cx="315850" cy="317425"/>
          </a:xfrm>
        </p:grpSpPr>
        <p:sp>
          <p:nvSpPr>
            <p:cNvPr id="9646" name="Google Shape;9646;p6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8" name="Google Shape;9648;p66"/>
          <p:cNvSpPr/>
          <p:nvPr/>
        </p:nvSpPr>
        <p:spPr>
          <a:xfrm>
            <a:off x="2175712" y="2961302"/>
            <a:ext cx="369016" cy="364563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9" name="Google Shape;9649;p66"/>
          <p:cNvGrpSpPr/>
          <p:nvPr/>
        </p:nvGrpSpPr>
        <p:grpSpPr>
          <a:xfrm>
            <a:off x="2183172" y="3399646"/>
            <a:ext cx="366269" cy="359907"/>
            <a:chOff x="-60988625" y="2310475"/>
            <a:chExt cx="316650" cy="311150"/>
          </a:xfrm>
        </p:grpSpPr>
        <p:sp>
          <p:nvSpPr>
            <p:cNvPr id="9650" name="Google Shape;9650;p6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6" name="Google Shape;9656;p66"/>
          <p:cNvGrpSpPr/>
          <p:nvPr/>
        </p:nvGrpSpPr>
        <p:grpSpPr>
          <a:xfrm>
            <a:off x="2183634" y="3837809"/>
            <a:ext cx="365344" cy="368785"/>
            <a:chOff x="-60987050" y="2671400"/>
            <a:chExt cx="315850" cy="318825"/>
          </a:xfrm>
        </p:grpSpPr>
        <p:sp>
          <p:nvSpPr>
            <p:cNvPr id="9657" name="Google Shape;9657;p6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66"/>
          <p:cNvGrpSpPr/>
          <p:nvPr/>
        </p:nvGrpSpPr>
        <p:grpSpPr>
          <a:xfrm>
            <a:off x="3952500" y="3400571"/>
            <a:ext cx="368987" cy="358056"/>
            <a:chOff x="-59481900" y="2290800"/>
            <a:chExt cx="319000" cy="309550"/>
          </a:xfrm>
        </p:grpSpPr>
        <p:sp>
          <p:nvSpPr>
            <p:cNvPr id="9660" name="Google Shape;9660;p6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66"/>
          <p:cNvGrpSpPr/>
          <p:nvPr/>
        </p:nvGrpSpPr>
        <p:grpSpPr>
          <a:xfrm>
            <a:off x="1741805" y="1541344"/>
            <a:ext cx="368987" cy="366992"/>
            <a:chOff x="-64401400" y="1914475"/>
            <a:chExt cx="319000" cy="317275"/>
          </a:xfrm>
        </p:grpSpPr>
        <p:sp>
          <p:nvSpPr>
            <p:cNvPr id="9667" name="Google Shape;9667;p6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66"/>
          <p:cNvGrpSpPr/>
          <p:nvPr/>
        </p:nvGrpSpPr>
        <p:grpSpPr>
          <a:xfrm>
            <a:off x="1806493" y="2022383"/>
            <a:ext cx="239610" cy="365517"/>
            <a:chOff x="-64343900" y="2282125"/>
            <a:chExt cx="207150" cy="316000"/>
          </a:xfrm>
        </p:grpSpPr>
        <p:sp>
          <p:nvSpPr>
            <p:cNvPr id="9671" name="Google Shape;9671;p6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3" name="Google Shape;9673;p66"/>
          <p:cNvSpPr/>
          <p:nvPr/>
        </p:nvSpPr>
        <p:spPr>
          <a:xfrm>
            <a:off x="1736288" y="2485633"/>
            <a:ext cx="367165" cy="369913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4" name="Google Shape;9674;p66"/>
          <p:cNvGrpSpPr/>
          <p:nvPr/>
        </p:nvGrpSpPr>
        <p:grpSpPr>
          <a:xfrm>
            <a:off x="3986941" y="1541042"/>
            <a:ext cx="318873" cy="366471"/>
            <a:chOff x="-62496925" y="1931475"/>
            <a:chExt cx="275675" cy="316825"/>
          </a:xfrm>
        </p:grpSpPr>
        <p:sp>
          <p:nvSpPr>
            <p:cNvPr id="9675" name="Google Shape;9675;p6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7" name="Google Shape;9677;p66"/>
          <p:cNvGrpSpPr/>
          <p:nvPr/>
        </p:nvGrpSpPr>
        <p:grpSpPr>
          <a:xfrm>
            <a:off x="3963691" y="2021429"/>
            <a:ext cx="365373" cy="367426"/>
            <a:chOff x="-62516625" y="2297875"/>
            <a:chExt cx="315875" cy="317650"/>
          </a:xfrm>
        </p:grpSpPr>
        <p:sp>
          <p:nvSpPr>
            <p:cNvPr id="9678" name="Google Shape;9678;p6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0" name="Google Shape;9680;p66"/>
          <p:cNvGrpSpPr/>
          <p:nvPr/>
        </p:nvGrpSpPr>
        <p:grpSpPr>
          <a:xfrm>
            <a:off x="3962332" y="2503388"/>
            <a:ext cx="368091" cy="334402"/>
            <a:chOff x="-62518200" y="2692475"/>
            <a:chExt cx="318225" cy="289100"/>
          </a:xfrm>
        </p:grpSpPr>
        <p:sp>
          <p:nvSpPr>
            <p:cNvPr id="9681" name="Google Shape;9681;p6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66"/>
          <p:cNvGrpSpPr/>
          <p:nvPr/>
        </p:nvGrpSpPr>
        <p:grpSpPr>
          <a:xfrm>
            <a:off x="2648986" y="2960912"/>
            <a:ext cx="309793" cy="365344"/>
            <a:chOff x="-60597975" y="1939525"/>
            <a:chExt cx="267825" cy="315850"/>
          </a:xfrm>
        </p:grpSpPr>
        <p:sp>
          <p:nvSpPr>
            <p:cNvPr id="9684" name="Google Shape;9684;p6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66"/>
          <p:cNvGrpSpPr/>
          <p:nvPr/>
        </p:nvGrpSpPr>
        <p:grpSpPr>
          <a:xfrm>
            <a:off x="2619389" y="3395337"/>
            <a:ext cx="368987" cy="368525"/>
            <a:chOff x="-60620800" y="2304600"/>
            <a:chExt cx="319000" cy="318600"/>
          </a:xfrm>
        </p:grpSpPr>
        <p:sp>
          <p:nvSpPr>
            <p:cNvPr id="9687" name="Google Shape;9687;p6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66"/>
          <p:cNvGrpSpPr/>
          <p:nvPr/>
        </p:nvGrpSpPr>
        <p:grpSpPr>
          <a:xfrm>
            <a:off x="2620748" y="3890988"/>
            <a:ext cx="366269" cy="262426"/>
            <a:chOff x="-60621600" y="2716100"/>
            <a:chExt cx="316650" cy="226875"/>
          </a:xfrm>
        </p:grpSpPr>
        <p:sp>
          <p:nvSpPr>
            <p:cNvPr id="9691" name="Google Shape;9691;p6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3" name="Google Shape;9693;p66"/>
          <p:cNvGrpSpPr/>
          <p:nvPr/>
        </p:nvGrpSpPr>
        <p:grpSpPr>
          <a:xfrm>
            <a:off x="3957965" y="3839081"/>
            <a:ext cx="358056" cy="366240"/>
            <a:chOff x="-59475600" y="2658625"/>
            <a:chExt cx="309550" cy="316625"/>
          </a:xfrm>
        </p:grpSpPr>
        <p:sp>
          <p:nvSpPr>
            <p:cNvPr id="9694" name="Google Shape;9694;p6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1" name="Google Shape;9701;p66"/>
          <p:cNvSpPr/>
          <p:nvPr/>
        </p:nvSpPr>
        <p:spPr>
          <a:xfrm>
            <a:off x="2175657" y="1542168"/>
            <a:ext cx="365373" cy="365344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2" name="Google Shape;9702;p66"/>
          <p:cNvSpPr/>
          <p:nvPr/>
        </p:nvSpPr>
        <p:spPr>
          <a:xfrm>
            <a:off x="2203001" y="2020634"/>
            <a:ext cx="310690" cy="369016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3" name="Google Shape;9703;p66"/>
          <p:cNvGrpSpPr/>
          <p:nvPr/>
        </p:nvGrpSpPr>
        <p:grpSpPr>
          <a:xfrm>
            <a:off x="2233086" y="2487006"/>
            <a:ext cx="263294" cy="367165"/>
            <a:chOff x="-63987100" y="2646800"/>
            <a:chExt cx="227625" cy="317425"/>
          </a:xfrm>
        </p:grpSpPr>
        <p:sp>
          <p:nvSpPr>
            <p:cNvPr id="9704" name="Google Shape;9704;p6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6" name="Google Shape;9706;p66"/>
          <p:cNvGrpSpPr/>
          <p:nvPr/>
        </p:nvGrpSpPr>
        <p:grpSpPr>
          <a:xfrm>
            <a:off x="852428" y="2958627"/>
            <a:ext cx="358056" cy="369913"/>
            <a:chOff x="-62148000" y="1930075"/>
            <a:chExt cx="309550" cy="319800"/>
          </a:xfrm>
        </p:grpSpPr>
        <p:sp>
          <p:nvSpPr>
            <p:cNvPr id="9707" name="Google Shape;9707;p6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9" name="Google Shape;9709;p66"/>
          <p:cNvGrpSpPr/>
          <p:nvPr/>
        </p:nvGrpSpPr>
        <p:grpSpPr>
          <a:xfrm>
            <a:off x="849695" y="3396913"/>
            <a:ext cx="363522" cy="365373"/>
            <a:chOff x="-62150375" y="2297875"/>
            <a:chExt cx="314275" cy="315875"/>
          </a:xfrm>
        </p:grpSpPr>
        <p:sp>
          <p:nvSpPr>
            <p:cNvPr id="9710" name="Google Shape;9710;p6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66"/>
          <p:cNvGrpSpPr/>
          <p:nvPr/>
        </p:nvGrpSpPr>
        <p:grpSpPr>
          <a:xfrm>
            <a:off x="848322" y="3838156"/>
            <a:ext cx="366269" cy="368091"/>
            <a:chOff x="-62150375" y="2664925"/>
            <a:chExt cx="316650" cy="318225"/>
          </a:xfrm>
        </p:grpSpPr>
        <p:sp>
          <p:nvSpPr>
            <p:cNvPr id="9716" name="Google Shape;9716;p6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0" name="Google Shape;9720;p66"/>
          <p:cNvGrpSpPr/>
          <p:nvPr/>
        </p:nvGrpSpPr>
        <p:grpSpPr>
          <a:xfrm>
            <a:off x="3065911" y="2959133"/>
            <a:ext cx="367165" cy="368901"/>
            <a:chOff x="-60254550" y="1938025"/>
            <a:chExt cx="317425" cy="318925"/>
          </a:xfrm>
        </p:grpSpPr>
        <p:sp>
          <p:nvSpPr>
            <p:cNvPr id="9721" name="Google Shape;9721;p6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66"/>
          <p:cNvGrpSpPr/>
          <p:nvPr/>
        </p:nvGrpSpPr>
        <p:grpSpPr>
          <a:xfrm>
            <a:off x="3040249" y="3396389"/>
            <a:ext cx="366648" cy="366420"/>
            <a:chOff x="6479471" y="2079003"/>
            <a:chExt cx="348923" cy="348706"/>
          </a:xfrm>
        </p:grpSpPr>
        <p:sp>
          <p:nvSpPr>
            <p:cNvPr id="9726" name="Google Shape;9726;p6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27" name="Google Shape;9727;p6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9728" name="Google Shape;9728;p6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9" name="Google Shape;9729;p6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6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6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6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6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6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35" name="Google Shape;9735;p66"/>
          <p:cNvGrpSpPr/>
          <p:nvPr/>
        </p:nvGrpSpPr>
        <p:grpSpPr>
          <a:xfrm>
            <a:off x="3094149" y="3837707"/>
            <a:ext cx="310690" cy="368987"/>
            <a:chOff x="-60232500" y="2671225"/>
            <a:chExt cx="268600" cy="319000"/>
          </a:xfrm>
        </p:grpSpPr>
        <p:sp>
          <p:nvSpPr>
            <p:cNvPr id="9736" name="Google Shape;9736;p6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66"/>
          <p:cNvGrpSpPr/>
          <p:nvPr/>
        </p:nvGrpSpPr>
        <p:grpSpPr>
          <a:xfrm>
            <a:off x="2179643" y="4286341"/>
            <a:ext cx="365373" cy="368987"/>
            <a:chOff x="-59100700" y="1911950"/>
            <a:chExt cx="315875" cy="319000"/>
          </a:xfrm>
        </p:grpSpPr>
        <p:sp>
          <p:nvSpPr>
            <p:cNvPr id="9739" name="Google Shape;9739;p6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66"/>
          <p:cNvGrpSpPr/>
          <p:nvPr/>
        </p:nvGrpSpPr>
        <p:grpSpPr>
          <a:xfrm>
            <a:off x="2621810" y="1541821"/>
            <a:ext cx="379918" cy="366038"/>
            <a:chOff x="-63665750" y="1914325"/>
            <a:chExt cx="328450" cy="316450"/>
          </a:xfrm>
        </p:grpSpPr>
        <p:sp>
          <p:nvSpPr>
            <p:cNvPr id="9750" name="Google Shape;9750;p6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66"/>
          <p:cNvGrpSpPr/>
          <p:nvPr/>
        </p:nvGrpSpPr>
        <p:grpSpPr>
          <a:xfrm>
            <a:off x="2626814" y="2020865"/>
            <a:ext cx="369913" cy="368554"/>
            <a:chOff x="-63666550" y="2278975"/>
            <a:chExt cx="319800" cy="318625"/>
          </a:xfrm>
        </p:grpSpPr>
        <p:sp>
          <p:nvSpPr>
            <p:cNvPr id="9753" name="Google Shape;9753;p6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5" name="Google Shape;9755;p66"/>
          <p:cNvGrpSpPr/>
          <p:nvPr/>
        </p:nvGrpSpPr>
        <p:grpSpPr>
          <a:xfrm>
            <a:off x="2624081" y="2486890"/>
            <a:ext cx="375378" cy="367397"/>
            <a:chOff x="-63669700" y="2646600"/>
            <a:chExt cx="324525" cy="317625"/>
          </a:xfrm>
        </p:grpSpPr>
        <p:sp>
          <p:nvSpPr>
            <p:cNvPr id="9756" name="Google Shape;9756;p6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8" name="Google Shape;9758;p66"/>
          <p:cNvGrpSpPr/>
          <p:nvPr/>
        </p:nvGrpSpPr>
        <p:grpSpPr>
          <a:xfrm>
            <a:off x="1286361" y="2960218"/>
            <a:ext cx="366269" cy="366732"/>
            <a:chOff x="-61784125" y="1931250"/>
            <a:chExt cx="316650" cy="317050"/>
          </a:xfrm>
        </p:grpSpPr>
        <p:sp>
          <p:nvSpPr>
            <p:cNvPr id="9759" name="Google Shape;9759;p6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66"/>
          <p:cNvGrpSpPr/>
          <p:nvPr/>
        </p:nvGrpSpPr>
        <p:grpSpPr>
          <a:xfrm>
            <a:off x="1286360" y="3396465"/>
            <a:ext cx="366269" cy="366269"/>
            <a:chOff x="-61783350" y="2297100"/>
            <a:chExt cx="316650" cy="316650"/>
          </a:xfrm>
        </p:grpSpPr>
        <p:sp>
          <p:nvSpPr>
            <p:cNvPr id="9764" name="Google Shape;9764;p6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6" name="Google Shape;9766;p66"/>
          <p:cNvGrpSpPr/>
          <p:nvPr/>
        </p:nvGrpSpPr>
        <p:grpSpPr>
          <a:xfrm>
            <a:off x="1286360" y="3837548"/>
            <a:ext cx="366269" cy="369305"/>
            <a:chOff x="-61782550" y="2664925"/>
            <a:chExt cx="316650" cy="319275"/>
          </a:xfrm>
        </p:grpSpPr>
        <p:sp>
          <p:nvSpPr>
            <p:cNvPr id="9767" name="Google Shape;9767;p6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66"/>
          <p:cNvGrpSpPr/>
          <p:nvPr/>
        </p:nvGrpSpPr>
        <p:grpSpPr>
          <a:xfrm>
            <a:off x="3508137" y="2968936"/>
            <a:ext cx="367165" cy="349294"/>
            <a:chOff x="-59889100" y="1945025"/>
            <a:chExt cx="317425" cy="301975"/>
          </a:xfrm>
        </p:grpSpPr>
        <p:sp>
          <p:nvSpPr>
            <p:cNvPr id="9771" name="Google Shape;9771;p6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5" name="Google Shape;9775;p66"/>
          <p:cNvSpPr/>
          <p:nvPr/>
        </p:nvSpPr>
        <p:spPr>
          <a:xfrm>
            <a:off x="3501697" y="3436096"/>
            <a:ext cx="368091" cy="28700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6" name="Google Shape;9776;p66"/>
          <p:cNvGrpSpPr/>
          <p:nvPr/>
        </p:nvGrpSpPr>
        <p:grpSpPr>
          <a:xfrm>
            <a:off x="3507226" y="3839471"/>
            <a:ext cx="368987" cy="365459"/>
            <a:chOff x="-59889100" y="2671925"/>
            <a:chExt cx="319000" cy="315950"/>
          </a:xfrm>
        </p:grpSpPr>
        <p:sp>
          <p:nvSpPr>
            <p:cNvPr id="9777" name="Google Shape;9777;p6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1" name="Google Shape;9781;p66"/>
          <p:cNvGrpSpPr/>
          <p:nvPr/>
        </p:nvGrpSpPr>
        <p:grpSpPr>
          <a:xfrm>
            <a:off x="2620204" y="4281976"/>
            <a:ext cx="367165" cy="366269"/>
            <a:chOff x="-59092025" y="2296300"/>
            <a:chExt cx="317425" cy="316650"/>
          </a:xfrm>
        </p:grpSpPr>
        <p:sp>
          <p:nvSpPr>
            <p:cNvPr id="9782" name="Google Shape;9782;p6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4" name="Google Shape;9784;p66"/>
          <p:cNvGrpSpPr/>
          <p:nvPr/>
        </p:nvGrpSpPr>
        <p:grpSpPr>
          <a:xfrm>
            <a:off x="4865611" y="1532895"/>
            <a:ext cx="353174" cy="347599"/>
            <a:chOff x="683125" y="1955275"/>
            <a:chExt cx="299325" cy="294600"/>
          </a:xfrm>
        </p:grpSpPr>
        <p:sp>
          <p:nvSpPr>
            <p:cNvPr id="9785" name="Google Shape;9785;p6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9" name="Google Shape;9789;p66"/>
          <p:cNvGrpSpPr/>
          <p:nvPr/>
        </p:nvGrpSpPr>
        <p:grpSpPr>
          <a:xfrm>
            <a:off x="4866541" y="1983453"/>
            <a:ext cx="351315" cy="349486"/>
            <a:chOff x="685475" y="2318350"/>
            <a:chExt cx="297750" cy="296200"/>
          </a:xfrm>
        </p:grpSpPr>
        <p:sp>
          <p:nvSpPr>
            <p:cNvPr id="9790" name="Google Shape;9790;p6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3" name="Google Shape;9793;p66"/>
          <p:cNvSpPr/>
          <p:nvPr/>
        </p:nvSpPr>
        <p:spPr>
          <a:xfrm>
            <a:off x="4867924" y="2425254"/>
            <a:ext cx="348513" cy="349427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4" name="Google Shape;9794;p66"/>
          <p:cNvGrpSpPr/>
          <p:nvPr/>
        </p:nvGrpSpPr>
        <p:grpSpPr>
          <a:xfrm>
            <a:off x="7094699" y="1532659"/>
            <a:ext cx="309517" cy="348071"/>
            <a:chOff x="2523000" y="1954875"/>
            <a:chExt cx="262325" cy="295000"/>
          </a:xfrm>
        </p:grpSpPr>
        <p:sp>
          <p:nvSpPr>
            <p:cNvPr id="9795" name="Google Shape;9795;p6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66"/>
          <p:cNvGrpSpPr/>
          <p:nvPr/>
        </p:nvGrpSpPr>
        <p:grpSpPr>
          <a:xfrm>
            <a:off x="7073800" y="1983925"/>
            <a:ext cx="351315" cy="348542"/>
            <a:chOff x="2508825" y="2318350"/>
            <a:chExt cx="297750" cy="295400"/>
          </a:xfrm>
        </p:grpSpPr>
        <p:sp>
          <p:nvSpPr>
            <p:cNvPr id="9798" name="Google Shape;9798;p6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0" name="Google Shape;9800;p66"/>
          <p:cNvSpPr/>
          <p:nvPr/>
        </p:nvSpPr>
        <p:spPr>
          <a:xfrm>
            <a:off x="7074663" y="2425254"/>
            <a:ext cx="349457" cy="349427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1" name="Google Shape;9801;p66"/>
          <p:cNvGrpSpPr/>
          <p:nvPr/>
        </p:nvGrpSpPr>
        <p:grpSpPr>
          <a:xfrm>
            <a:off x="5747373" y="2897978"/>
            <a:ext cx="347599" cy="348513"/>
            <a:chOff x="4321150" y="1946600"/>
            <a:chExt cx="294600" cy="295375"/>
          </a:xfrm>
        </p:grpSpPr>
        <p:sp>
          <p:nvSpPr>
            <p:cNvPr id="9802" name="Google Shape;9802;p6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5" name="Google Shape;9805;p66"/>
          <p:cNvSpPr/>
          <p:nvPr/>
        </p:nvSpPr>
        <p:spPr>
          <a:xfrm>
            <a:off x="5744000" y="3398060"/>
            <a:ext cx="354117" cy="326242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6" name="Google Shape;9806;p66"/>
          <p:cNvSpPr/>
          <p:nvPr/>
        </p:nvSpPr>
        <p:spPr>
          <a:xfrm>
            <a:off x="5744472" y="3836225"/>
            <a:ext cx="353174" cy="348513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7" name="Google Shape;9807;p66"/>
          <p:cNvSpPr/>
          <p:nvPr/>
        </p:nvSpPr>
        <p:spPr>
          <a:xfrm>
            <a:off x="8020096" y="2898870"/>
            <a:ext cx="224004" cy="34665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8" name="Google Shape;9808;p66"/>
          <p:cNvSpPr/>
          <p:nvPr/>
        </p:nvSpPr>
        <p:spPr>
          <a:xfrm>
            <a:off x="5310365" y="1531929"/>
            <a:ext cx="351286" cy="34945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9" name="Google Shape;9809;p66"/>
          <p:cNvGrpSpPr/>
          <p:nvPr/>
        </p:nvGrpSpPr>
        <p:grpSpPr>
          <a:xfrm>
            <a:off x="5309921" y="1983925"/>
            <a:ext cx="352230" cy="348542"/>
            <a:chOff x="1049375" y="2318350"/>
            <a:chExt cx="298525" cy="295400"/>
          </a:xfrm>
        </p:grpSpPr>
        <p:sp>
          <p:nvSpPr>
            <p:cNvPr id="9810" name="Google Shape;9810;p6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66"/>
          <p:cNvGrpSpPr/>
          <p:nvPr/>
        </p:nvGrpSpPr>
        <p:grpSpPr>
          <a:xfrm>
            <a:off x="5310393" y="2424376"/>
            <a:ext cx="351286" cy="351286"/>
            <a:chOff x="1049375" y="2680675"/>
            <a:chExt cx="297725" cy="297725"/>
          </a:xfrm>
        </p:grpSpPr>
        <p:sp>
          <p:nvSpPr>
            <p:cNvPr id="9815" name="Google Shape;9815;p6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7" name="Google Shape;9817;p66"/>
          <p:cNvGrpSpPr/>
          <p:nvPr/>
        </p:nvGrpSpPr>
        <p:grpSpPr>
          <a:xfrm>
            <a:off x="7523845" y="1532423"/>
            <a:ext cx="348513" cy="348542"/>
            <a:chOff x="2872725" y="1954475"/>
            <a:chExt cx="295375" cy="295400"/>
          </a:xfrm>
        </p:grpSpPr>
        <p:sp>
          <p:nvSpPr>
            <p:cNvPr id="9818" name="Google Shape;9818;p6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66"/>
          <p:cNvGrpSpPr/>
          <p:nvPr/>
        </p:nvGrpSpPr>
        <p:grpSpPr>
          <a:xfrm>
            <a:off x="7545216" y="1982996"/>
            <a:ext cx="305771" cy="350401"/>
            <a:chOff x="2890050" y="2318350"/>
            <a:chExt cx="259150" cy="296975"/>
          </a:xfrm>
        </p:grpSpPr>
        <p:sp>
          <p:nvSpPr>
            <p:cNvPr id="9822" name="Google Shape;9822;p6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4" name="Google Shape;9824;p66"/>
          <p:cNvSpPr/>
          <p:nvPr/>
        </p:nvSpPr>
        <p:spPr>
          <a:xfrm>
            <a:off x="7585093" y="2424782"/>
            <a:ext cx="225862" cy="35037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5" name="Google Shape;9825;p66"/>
          <p:cNvGrpSpPr/>
          <p:nvPr/>
        </p:nvGrpSpPr>
        <p:grpSpPr>
          <a:xfrm>
            <a:off x="6187732" y="2898450"/>
            <a:ext cx="347569" cy="347569"/>
            <a:chOff x="4685050" y="1945825"/>
            <a:chExt cx="294575" cy="294575"/>
          </a:xfrm>
        </p:grpSpPr>
        <p:sp>
          <p:nvSpPr>
            <p:cNvPr id="9826" name="Google Shape;9826;p6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1" name="Google Shape;9831;p66"/>
          <p:cNvSpPr/>
          <p:nvPr/>
        </p:nvSpPr>
        <p:spPr>
          <a:xfrm>
            <a:off x="6187137" y="3387382"/>
            <a:ext cx="348513" cy="347599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2" name="Google Shape;9832;p66"/>
          <p:cNvSpPr/>
          <p:nvPr/>
        </p:nvSpPr>
        <p:spPr>
          <a:xfrm>
            <a:off x="6208050" y="3835296"/>
            <a:ext cx="306686" cy="35037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3" name="Google Shape;9833;p66"/>
          <p:cNvGrpSpPr/>
          <p:nvPr/>
        </p:nvGrpSpPr>
        <p:grpSpPr>
          <a:xfrm>
            <a:off x="7958004" y="3387425"/>
            <a:ext cx="348513" cy="347599"/>
            <a:chOff x="6131900" y="2301825"/>
            <a:chExt cx="295375" cy="294600"/>
          </a:xfrm>
        </p:grpSpPr>
        <p:sp>
          <p:nvSpPr>
            <p:cNvPr id="9834" name="Google Shape;9834;p6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66"/>
          <p:cNvGrpSpPr/>
          <p:nvPr/>
        </p:nvGrpSpPr>
        <p:grpSpPr>
          <a:xfrm>
            <a:off x="5753997" y="1531966"/>
            <a:ext cx="351315" cy="349457"/>
            <a:chOff x="1412450" y="1954475"/>
            <a:chExt cx="297750" cy="296175"/>
          </a:xfrm>
        </p:grpSpPr>
        <p:sp>
          <p:nvSpPr>
            <p:cNvPr id="9839" name="Google Shape;9839;p6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1" name="Google Shape;9841;p66"/>
          <p:cNvSpPr/>
          <p:nvPr/>
        </p:nvSpPr>
        <p:spPr>
          <a:xfrm>
            <a:off x="5755346" y="1985282"/>
            <a:ext cx="348542" cy="345740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2" name="Google Shape;9842;p66"/>
          <p:cNvGrpSpPr/>
          <p:nvPr/>
        </p:nvGrpSpPr>
        <p:grpSpPr>
          <a:xfrm>
            <a:off x="5753997" y="2424494"/>
            <a:ext cx="351315" cy="351050"/>
            <a:chOff x="1413250" y="2680675"/>
            <a:chExt cx="297750" cy="297525"/>
          </a:xfrm>
        </p:grpSpPr>
        <p:sp>
          <p:nvSpPr>
            <p:cNvPr id="9843" name="Google Shape;9843;p6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7" name="Google Shape;9847;p66"/>
          <p:cNvSpPr/>
          <p:nvPr/>
        </p:nvSpPr>
        <p:spPr>
          <a:xfrm>
            <a:off x="8012357" y="1531944"/>
            <a:ext cx="270463" cy="349427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8" name="Google Shape;9848;p66"/>
          <p:cNvSpPr/>
          <p:nvPr/>
        </p:nvSpPr>
        <p:spPr>
          <a:xfrm>
            <a:off x="7964498" y="1984131"/>
            <a:ext cx="366182" cy="348041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9" name="Google Shape;9849;p66"/>
          <p:cNvSpPr/>
          <p:nvPr/>
        </p:nvSpPr>
        <p:spPr>
          <a:xfrm>
            <a:off x="7971931" y="2425254"/>
            <a:ext cx="351315" cy="349427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0" name="Google Shape;9850;p66"/>
          <p:cNvGrpSpPr/>
          <p:nvPr/>
        </p:nvGrpSpPr>
        <p:grpSpPr>
          <a:xfrm>
            <a:off x="6630407" y="2898111"/>
            <a:ext cx="350371" cy="348247"/>
            <a:chOff x="5045775" y="1946400"/>
            <a:chExt cx="296950" cy="295150"/>
          </a:xfrm>
        </p:grpSpPr>
        <p:sp>
          <p:nvSpPr>
            <p:cNvPr id="9851" name="Google Shape;9851;p6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3" name="Google Shape;9853;p66"/>
          <p:cNvGrpSpPr/>
          <p:nvPr/>
        </p:nvGrpSpPr>
        <p:grpSpPr>
          <a:xfrm>
            <a:off x="6629006" y="3406938"/>
            <a:ext cx="353174" cy="308573"/>
            <a:chOff x="5046550" y="2327025"/>
            <a:chExt cx="299325" cy="261525"/>
          </a:xfrm>
        </p:grpSpPr>
        <p:sp>
          <p:nvSpPr>
            <p:cNvPr id="9854" name="Google Shape;9854;p6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7" name="Google Shape;9857;p66"/>
          <p:cNvSpPr/>
          <p:nvPr/>
        </p:nvSpPr>
        <p:spPr>
          <a:xfrm>
            <a:off x="6707866" y="3835296"/>
            <a:ext cx="195185" cy="35037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8" name="Google Shape;9858;p66"/>
          <p:cNvGrpSpPr/>
          <p:nvPr/>
        </p:nvGrpSpPr>
        <p:grpSpPr>
          <a:xfrm>
            <a:off x="7956604" y="3836276"/>
            <a:ext cx="351315" cy="348513"/>
            <a:chOff x="6167350" y="2672800"/>
            <a:chExt cx="297750" cy="295375"/>
          </a:xfrm>
        </p:grpSpPr>
        <p:sp>
          <p:nvSpPr>
            <p:cNvPr id="9859" name="Google Shape;9859;p6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4" name="Google Shape;9864;p66"/>
          <p:cNvGrpSpPr/>
          <p:nvPr/>
        </p:nvGrpSpPr>
        <p:grpSpPr>
          <a:xfrm>
            <a:off x="6197601" y="1531509"/>
            <a:ext cx="347599" cy="350371"/>
            <a:chOff x="1777925" y="1953700"/>
            <a:chExt cx="294600" cy="296950"/>
          </a:xfrm>
        </p:grpSpPr>
        <p:sp>
          <p:nvSpPr>
            <p:cNvPr id="9865" name="Google Shape;9865;p6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9" name="Google Shape;9869;p66"/>
          <p:cNvGrpSpPr/>
          <p:nvPr/>
        </p:nvGrpSpPr>
        <p:grpSpPr>
          <a:xfrm>
            <a:off x="6213411" y="1984397"/>
            <a:ext cx="315977" cy="347599"/>
            <a:chOff x="1790525" y="2319150"/>
            <a:chExt cx="267800" cy="294600"/>
          </a:xfrm>
        </p:grpSpPr>
        <p:sp>
          <p:nvSpPr>
            <p:cNvPr id="9870" name="Google Shape;9870;p6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2" name="Google Shape;9872;p66"/>
          <p:cNvSpPr/>
          <p:nvPr/>
        </p:nvSpPr>
        <p:spPr>
          <a:xfrm>
            <a:off x="6196153" y="2424782"/>
            <a:ext cx="350401" cy="35037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3" name="Google Shape;9873;p66"/>
          <p:cNvGrpSpPr/>
          <p:nvPr/>
        </p:nvGrpSpPr>
        <p:grpSpPr>
          <a:xfrm>
            <a:off x="4866386" y="2897963"/>
            <a:ext cx="349457" cy="348542"/>
            <a:chOff x="3599700" y="1954475"/>
            <a:chExt cx="296175" cy="295400"/>
          </a:xfrm>
        </p:grpSpPr>
        <p:sp>
          <p:nvSpPr>
            <p:cNvPr id="9874" name="Google Shape;9874;p6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7" name="Google Shape;9877;p66"/>
          <p:cNvGrpSpPr/>
          <p:nvPr/>
        </p:nvGrpSpPr>
        <p:grpSpPr>
          <a:xfrm>
            <a:off x="4867316" y="3387426"/>
            <a:ext cx="347599" cy="347599"/>
            <a:chOff x="3601275" y="2319150"/>
            <a:chExt cx="294600" cy="294600"/>
          </a:xfrm>
        </p:grpSpPr>
        <p:sp>
          <p:nvSpPr>
            <p:cNvPr id="9878" name="Google Shape;9878;p6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0" name="Google Shape;9880;p66"/>
          <p:cNvSpPr/>
          <p:nvPr/>
        </p:nvSpPr>
        <p:spPr>
          <a:xfrm>
            <a:off x="4866749" y="3836225"/>
            <a:ext cx="348542" cy="348513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1" name="Google Shape;9881;p66"/>
          <p:cNvGrpSpPr/>
          <p:nvPr/>
        </p:nvGrpSpPr>
        <p:grpSpPr>
          <a:xfrm>
            <a:off x="7087019" y="2897521"/>
            <a:ext cx="328071" cy="349427"/>
            <a:chOff x="5421475" y="1945825"/>
            <a:chExt cx="278050" cy="296150"/>
          </a:xfrm>
        </p:grpSpPr>
        <p:sp>
          <p:nvSpPr>
            <p:cNvPr id="9882" name="Google Shape;9882;p6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0" name="Google Shape;9890;p66"/>
          <p:cNvSpPr/>
          <p:nvPr/>
        </p:nvSpPr>
        <p:spPr>
          <a:xfrm>
            <a:off x="7074326" y="3385523"/>
            <a:ext cx="353174" cy="351315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91" name="Google Shape;9891;p66"/>
          <p:cNvGrpSpPr/>
          <p:nvPr/>
        </p:nvGrpSpPr>
        <p:grpSpPr>
          <a:xfrm>
            <a:off x="7075869" y="3898073"/>
            <a:ext cx="350371" cy="224918"/>
            <a:chOff x="5411225" y="2726350"/>
            <a:chExt cx="296950" cy="190625"/>
          </a:xfrm>
        </p:grpSpPr>
        <p:sp>
          <p:nvSpPr>
            <p:cNvPr id="9892" name="Google Shape;9892;p6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4" name="Google Shape;9894;p66"/>
          <p:cNvGrpSpPr/>
          <p:nvPr/>
        </p:nvGrpSpPr>
        <p:grpSpPr>
          <a:xfrm>
            <a:off x="6185904" y="4287346"/>
            <a:ext cx="351286" cy="326390"/>
            <a:chOff x="6524150" y="1938725"/>
            <a:chExt cx="297725" cy="276625"/>
          </a:xfrm>
        </p:grpSpPr>
        <p:sp>
          <p:nvSpPr>
            <p:cNvPr id="9895" name="Google Shape;9895;p6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9" name="Google Shape;9899;p66"/>
          <p:cNvGrpSpPr/>
          <p:nvPr/>
        </p:nvGrpSpPr>
        <p:grpSpPr>
          <a:xfrm>
            <a:off x="6637536" y="1531966"/>
            <a:ext cx="350401" cy="349457"/>
            <a:chOff x="2141000" y="1954475"/>
            <a:chExt cx="296975" cy="296175"/>
          </a:xfrm>
        </p:grpSpPr>
        <p:sp>
          <p:nvSpPr>
            <p:cNvPr id="9900" name="Google Shape;9900;p6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66"/>
          <p:cNvGrpSpPr/>
          <p:nvPr/>
        </p:nvGrpSpPr>
        <p:grpSpPr>
          <a:xfrm>
            <a:off x="6631047" y="1983807"/>
            <a:ext cx="363380" cy="348778"/>
            <a:chOff x="2140225" y="2318650"/>
            <a:chExt cx="307975" cy="295600"/>
          </a:xfrm>
        </p:grpSpPr>
        <p:sp>
          <p:nvSpPr>
            <p:cNvPr id="9905" name="Google Shape;9905;p6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66"/>
          <p:cNvGrpSpPr/>
          <p:nvPr/>
        </p:nvGrpSpPr>
        <p:grpSpPr>
          <a:xfrm>
            <a:off x="6636607" y="2425305"/>
            <a:ext cx="352259" cy="349427"/>
            <a:chOff x="2139425" y="2682250"/>
            <a:chExt cx="298550" cy="296150"/>
          </a:xfrm>
        </p:grpSpPr>
        <p:sp>
          <p:nvSpPr>
            <p:cNvPr id="9908" name="Google Shape;9908;p6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66"/>
          <p:cNvGrpSpPr/>
          <p:nvPr/>
        </p:nvGrpSpPr>
        <p:grpSpPr>
          <a:xfrm>
            <a:off x="5301219" y="2939791"/>
            <a:ext cx="350401" cy="264888"/>
            <a:chOff x="3962775" y="1990700"/>
            <a:chExt cx="296975" cy="224500"/>
          </a:xfrm>
        </p:grpSpPr>
        <p:sp>
          <p:nvSpPr>
            <p:cNvPr id="9913" name="Google Shape;9913;p6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7" name="Google Shape;9917;p66"/>
          <p:cNvGrpSpPr/>
          <p:nvPr/>
        </p:nvGrpSpPr>
        <p:grpSpPr>
          <a:xfrm>
            <a:off x="5301691" y="3386497"/>
            <a:ext cx="349457" cy="349457"/>
            <a:chOff x="3963575" y="2317575"/>
            <a:chExt cx="296175" cy="296175"/>
          </a:xfrm>
        </p:grpSpPr>
        <p:sp>
          <p:nvSpPr>
            <p:cNvPr id="9918" name="Google Shape;9918;p6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66"/>
          <p:cNvGrpSpPr/>
          <p:nvPr/>
        </p:nvGrpSpPr>
        <p:grpSpPr>
          <a:xfrm>
            <a:off x="5301691" y="3836276"/>
            <a:ext cx="349457" cy="348513"/>
            <a:chOff x="3962775" y="2683025"/>
            <a:chExt cx="296175" cy="295375"/>
          </a:xfrm>
        </p:grpSpPr>
        <p:sp>
          <p:nvSpPr>
            <p:cNvPr id="9935" name="Google Shape;9935;p6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8" name="Google Shape;9938;p66"/>
          <p:cNvSpPr/>
          <p:nvPr/>
        </p:nvSpPr>
        <p:spPr>
          <a:xfrm>
            <a:off x="7513275" y="2897941"/>
            <a:ext cx="354117" cy="348513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9" name="Google Shape;9939;p66"/>
          <p:cNvGrpSpPr/>
          <p:nvPr/>
        </p:nvGrpSpPr>
        <p:grpSpPr>
          <a:xfrm>
            <a:off x="7516228" y="3386968"/>
            <a:ext cx="348513" cy="348513"/>
            <a:chOff x="5775900" y="2308125"/>
            <a:chExt cx="295375" cy="295375"/>
          </a:xfrm>
        </p:grpSpPr>
        <p:sp>
          <p:nvSpPr>
            <p:cNvPr id="9940" name="Google Shape;9940;p6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5" name="Google Shape;9945;p66"/>
          <p:cNvGrpSpPr/>
          <p:nvPr/>
        </p:nvGrpSpPr>
        <p:grpSpPr>
          <a:xfrm>
            <a:off x="7537142" y="3835804"/>
            <a:ext cx="306686" cy="349457"/>
            <a:chOff x="5794025" y="2673575"/>
            <a:chExt cx="259925" cy="296175"/>
          </a:xfrm>
        </p:grpSpPr>
        <p:sp>
          <p:nvSpPr>
            <p:cNvPr id="9946" name="Google Shape;9946;p6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8" name="Google Shape;9948;p66"/>
          <p:cNvSpPr/>
          <p:nvPr/>
        </p:nvSpPr>
        <p:spPr>
          <a:xfrm>
            <a:off x="6637977" y="4306818"/>
            <a:ext cx="349457" cy="348513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952" name="Shape 9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3" name="Google Shape;9953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54" name="Google Shape;9954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955" name="Google Shape;9955;p67"/>
          <p:cNvGrpSpPr/>
          <p:nvPr/>
        </p:nvGrpSpPr>
        <p:grpSpPr>
          <a:xfrm>
            <a:off x="882957" y="1534450"/>
            <a:ext cx="292442" cy="355741"/>
            <a:chOff x="-35830350" y="1912725"/>
            <a:chExt cx="241050" cy="293225"/>
          </a:xfrm>
        </p:grpSpPr>
        <p:sp>
          <p:nvSpPr>
            <p:cNvPr id="9956" name="Google Shape;9956;p6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8" name="Google Shape;9958;p67"/>
          <p:cNvGrpSpPr/>
          <p:nvPr/>
        </p:nvGrpSpPr>
        <p:grpSpPr>
          <a:xfrm>
            <a:off x="851444" y="1994048"/>
            <a:ext cx="355468" cy="353587"/>
            <a:chOff x="-35854750" y="2272675"/>
            <a:chExt cx="293000" cy="291450"/>
          </a:xfrm>
        </p:grpSpPr>
        <p:sp>
          <p:nvSpPr>
            <p:cNvPr id="9959" name="Google Shape;9959;p6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67"/>
          <p:cNvGrpSpPr/>
          <p:nvPr/>
        </p:nvGrpSpPr>
        <p:grpSpPr>
          <a:xfrm>
            <a:off x="850958" y="2448634"/>
            <a:ext cx="356438" cy="354558"/>
            <a:chOff x="-35853975" y="2631825"/>
            <a:chExt cx="293800" cy="292250"/>
          </a:xfrm>
        </p:grpSpPr>
        <p:sp>
          <p:nvSpPr>
            <p:cNvPr id="9963" name="Google Shape;9963;p6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8" name="Google Shape;9968;p67"/>
          <p:cNvGrpSpPr/>
          <p:nvPr/>
        </p:nvGrpSpPr>
        <p:grpSpPr>
          <a:xfrm>
            <a:off x="3089562" y="1535527"/>
            <a:ext cx="353587" cy="353587"/>
            <a:chOff x="-34032200" y="1916675"/>
            <a:chExt cx="291450" cy="291450"/>
          </a:xfrm>
        </p:grpSpPr>
        <p:sp>
          <p:nvSpPr>
            <p:cNvPr id="9969" name="Google Shape;9969;p6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3" name="Google Shape;9973;p67"/>
          <p:cNvSpPr/>
          <p:nvPr/>
        </p:nvSpPr>
        <p:spPr>
          <a:xfrm>
            <a:off x="3086014" y="1992728"/>
            <a:ext cx="354527" cy="356620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4" name="Google Shape;9974;p67"/>
          <p:cNvGrpSpPr/>
          <p:nvPr/>
        </p:nvGrpSpPr>
        <p:grpSpPr>
          <a:xfrm>
            <a:off x="3089092" y="2448634"/>
            <a:ext cx="354527" cy="354558"/>
            <a:chOff x="-34032200" y="2634975"/>
            <a:chExt cx="292225" cy="292250"/>
          </a:xfrm>
        </p:grpSpPr>
        <p:sp>
          <p:nvSpPr>
            <p:cNvPr id="9975" name="Google Shape;9975;p6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67"/>
          <p:cNvGrpSpPr/>
          <p:nvPr/>
        </p:nvGrpSpPr>
        <p:grpSpPr>
          <a:xfrm>
            <a:off x="1739487" y="2914882"/>
            <a:ext cx="358379" cy="354527"/>
            <a:chOff x="-32245875" y="1938725"/>
            <a:chExt cx="295400" cy="292225"/>
          </a:xfrm>
        </p:grpSpPr>
        <p:sp>
          <p:nvSpPr>
            <p:cNvPr id="9979" name="Google Shape;9979;p6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2" name="Google Shape;9982;p67"/>
          <p:cNvGrpSpPr/>
          <p:nvPr/>
        </p:nvGrpSpPr>
        <p:grpSpPr>
          <a:xfrm>
            <a:off x="1736150" y="3384280"/>
            <a:ext cx="365052" cy="352162"/>
            <a:chOff x="-32243500" y="2299850"/>
            <a:chExt cx="300900" cy="290275"/>
          </a:xfrm>
        </p:grpSpPr>
        <p:sp>
          <p:nvSpPr>
            <p:cNvPr id="9983" name="Google Shape;9983;p6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5" name="Google Shape;9985;p67"/>
          <p:cNvSpPr/>
          <p:nvPr/>
        </p:nvSpPr>
        <p:spPr>
          <a:xfrm>
            <a:off x="1737541" y="3844649"/>
            <a:ext cx="356438" cy="352617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86" name="Google Shape;9986;p67"/>
          <p:cNvGrpSpPr/>
          <p:nvPr/>
        </p:nvGrpSpPr>
        <p:grpSpPr>
          <a:xfrm>
            <a:off x="1299432" y="1534571"/>
            <a:ext cx="354527" cy="355498"/>
            <a:chOff x="-35495600" y="1912725"/>
            <a:chExt cx="292225" cy="293025"/>
          </a:xfrm>
        </p:grpSpPr>
        <p:sp>
          <p:nvSpPr>
            <p:cNvPr id="9987" name="Google Shape;9987;p6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0" name="Google Shape;9990;p67"/>
          <p:cNvSpPr/>
          <p:nvPr/>
        </p:nvSpPr>
        <p:spPr>
          <a:xfrm>
            <a:off x="1295266" y="1993775"/>
            <a:ext cx="356438" cy="354527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1" name="Google Shape;9991;p67"/>
          <p:cNvGrpSpPr/>
          <p:nvPr/>
        </p:nvGrpSpPr>
        <p:grpSpPr>
          <a:xfrm>
            <a:off x="1299432" y="2449119"/>
            <a:ext cx="354527" cy="353587"/>
            <a:chOff x="-35495600" y="2631825"/>
            <a:chExt cx="292225" cy="291450"/>
          </a:xfrm>
        </p:grpSpPr>
        <p:sp>
          <p:nvSpPr>
            <p:cNvPr id="9992" name="Google Shape;9992;p6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67"/>
          <p:cNvGrpSpPr/>
          <p:nvPr/>
        </p:nvGrpSpPr>
        <p:grpSpPr>
          <a:xfrm>
            <a:off x="3537081" y="1535527"/>
            <a:ext cx="353587" cy="353587"/>
            <a:chOff x="-33673825" y="1916675"/>
            <a:chExt cx="291450" cy="291450"/>
          </a:xfrm>
        </p:grpSpPr>
        <p:sp>
          <p:nvSpPr>
            <p:cNvPr id="9997" name="Google Shape;9997;p6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1" name="Google Shape;10001;p67"/>
          <p:cNvGrpSpPr/>
          <p:nvPr/>
        </p:nvGrpSpPr>
        <p:grpSpPr>
          <a:xfrm>
            <a:off x="3534700" y="1993107"/>
            <a:ext cx="358349" cy="355468"/>
            <a:chOff x="-33676975" y="2275050"/>
            <a:chExt cx="295375" cy="293000"/>
          </a:xfrm>
        </p:grpSpPr>
        <p:sp>
          <p:nvSpPr>
            <p:cNvPr id="10002" name="Google Shape;10002;p6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5" name="Google Shape;10005;p67"/>
          <p:cNvGrpSpPr/>
          <p:nvPr/>
        </p:nvGrpSpPr>
        <p:grpSpPr>
          <a:xfrm>
            <a:off x="3537081" y="2448406"/>
            <a:ext cx="353587" cy="355013"/>
            <a:chOff x="-33673825" y="2634975"/>
            <a:chExt cx="291450" cy="292625"/>
          </a:xfrm>
        </p:grpSpPr>
        <p:sp>
          <p:nvSpPr>
            <p:cNvPr id="10006" name="Google Shape;10006;p6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8" name="Google Shape;10008;p67"/>
          <p:cNvGrpSpPr/>
          <p:nvPr/>
        </p:nvGrpSpPr>
        <p:grpSpPr>
          <a:xfrm>
            <a:off x="2205089" y="2915322"/>
            <a:ext cx="329687" cy="353648"/>
            <a:chOff x="-31874100" y="1939525"/>
            <a:chExt cx="271750" cy="291500"/>
          </a:xfrm>
        </p:grpSpPr>
        <p:sp>
          <p:nvSpPr>
            <p:cNvPr id="10009" name="Google Shape;10009;p6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11" name="Google Shape;10011;p67"/>
          <p:cNvSpPr/>
          <p:nvPr/>
        </p:nvSpPr>
        <p:spPr>
          <a:xfrm>
            <a:off x="2211275" y="3383767"/>
            <a:ext cx="311550" cy="353587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2" name="Google Shape;10012;p67"/>
          <p:cNvGrpSpPr/>
          <p:nvPr/>
        </p:nvGrpSpPr>
        <p:grpSpPr>
          <a:xfrm>
            <a:off x="2186451" y="3844343"/>
            <a:ext cx="366963" cy="352768"/>
            <a:chOff x="-31889075" y="2658950"/>
            <a:chExt cx="302475" cy="290775"/>
          </a:xfrm>
        </p:grpSpPr>
        <p:sp>
          <p:nvSpPr>
            <p:cNvPr id="10013" name="Google Shape;10013;p6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15" name="Google Shape;10015;p67"/>
          <p:cNvSpPr/>
          <p:nvPr/>
        </p:nvSpPr>
        <p:spPr>
          <a:xfrm>
            <a:off x="3974577" y="3383282"/>
            <a:ext cx="356438" cy="35455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6" name="Google Shape;10016;p67"/>
          <p:cNvGrpSpPr/>
          <p:nvPr/>
        </p:nvGrpSpPr>
        <p:grpSpPr>
          <a:xfrm>
            <a:off x="1747421" y="1534571"/>
            <a:ext cx="354527" cy="355498"/>
            <a:chOff x="-35136450" y="1912725"/>
            <a:chExt cx="292225" cy="293025"/>
          </a:xfrm>
        </p:grpSpPr>
        <p:sp>
          <p:nvSpPr>
            <p:cNvPr id="10017" name="Google Shape;10017;p6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0" name="Google Shape;10020;p67"/>
          <p:cNvGrpSpPr/>
          <p:nvPr/>
        </p:nvGrpSpPr>
        <p:grpSpPr>
          <a:xfrm>
            <a:off x="1747891" y="1993790"/>
            <a:ext cx="353587" cy="354103"/>
            <a:chOff x="-35134875" y="2272675"/>
            <a:chExt cx="291450" cy="291875"/>
          </a:xfrm>
        </p:grpSpPr>
        <p:sp>
          <p:nvSpPr>
            <p:cNvPr id="10021" name="Google Shape;10021;p6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5" name="Google Shape;10025;p67"/>
          <p:cNvGrpSpPr/>
          <p:nvPr/>
        </p:nvGrpSpPr>
        <p:grpSpPr>
          <a:xfrm>
            <a:off x="1789458" y="2449119"/>
            <a:ext cx="270453" cy="353587"/>
            <a:chOff x="-35101800" y="2631050"/>
            <a:chExt cx="222925" cy="291450"/>
          </a:xfrm>
        </p:grpSpPr>
        <p:sp>
          <p:nvSpPr>
            <p:cNvPr id="10026" name="Google Shape;10026;p6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0" name="Google Shape;10030;p67"/>
          <p:cNvSpPr/>
          <p:nvPr/>
        </p:nvSpPr>
        <p:spPr>
          <a:xfrm>
            <a:off x="3982155" y="1534859"/>
            <a:ext cx="338270" cy="355255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1" name="Google Shape;10031;p67"/>
          <p:cNvGrpSpPr/>
          <p:nvPr/>
        </p:nvGrpSpPr>
        <p:grpSpPr>
          <a:xfrm>
            <a:off x="3977510" y="1993107"/>
            <a:ext cx="353587" cy="355468"/>
            <a:chOff x="-33314675" y="2275050"/>
            <a:chExt cx="291450" cy="293000"/>
          </a:xfrm>
        </p:grpSpPr>
        <p:sp>
          <p:nvSpPr>
            <p:cNvPr id="10032" name="Google Shape;10032;p6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5" name="Google Shape;10035;p67"/>
          <p:cNvSpPr/>
          <p:nvPr/>
        </p:nvSpPr>
        <p:spPr>
          <a:xfrm>
            <a:off x="3973071" y="2447907"/>
            <a:ext cx="356438" cy="356468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6" name="Google Shape;10036;p67"/>
          <p:cNvGrpSpPr/>
          <p:nvPr/>
        </p:nvGrpSpPr>
        <p:grpSpPr>
          <a:xfrm>
            <a:off x="2639701" y="2915367"/>
            <a:ext cx="353587" cy="353557"/>
            <a:chOff x="-31523625" y="1939525"/>
            <a:chExt cx="291450" cy="291425"/>
          </a:xfrm>
        </p:grpSpPr>
        <p:sp>
          <p:nvSpPr>
            <p:cNvPr id="10037" name="Google Shape;10037;p6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8" name="Google Shape;10048;p67"/>
          <p:cNvGrpSpPr/>
          <p:nvPr/>
        </p:nvGrpSpPr>
        <p:grpSpPr>
          <a:xfrm>
            <a:off x="2638746" y="3383568"/>
            <a:ext cx="355498" cy="353587"/>
            <a:chOff x="-31523625" y="2298675"/>
            <a:chExt cx="293025" cy="291450"/>
          </a:xfrm>
        </p:grpSpPr>
        <p:sp>
          <p:nvSpPr>
            <p:cNvPr id="10049" name="Google Shape;10049;p6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2" name="Google Shape;10052;p67"/>
          <p:cNvSpPr/>
          <p:nvPr/>
        </p:nvSpPr>
        <p:spPr>
          <a:xfrm>
            <a:off x="2633984" y="3842739"/>
            <a:ext cx="359320" cy="356438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3" name="Google Shape;10053;p67"/>
          <p:cNvSpPr/>
          <p:nvPr/>
        </p:nvSpPr>
        <p:spPr>
          <a:xfrm>
            <a:off x="3975533" y="3844164"/>
            <a:ext cx="354527" cy="353587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4" name="Google Shape;10054;p67"/>
          <p:cNvGrpSpPr/>
          <p:nvPr/>
        </p:nvGrpSpPr>
        <p:grpSpPr>
          <a:xfrm>
            <a:off x="2205934" y="1535542"/>
            <a:ext cx="331598" cy="353557"/>
            <a:chOff x="-34767825" y="1914325"/>
            <a:chExt cx="273325" cy="291425"/>
          </a:xfrm>
        </p:grpSpPr>
        <p:sp>
          <p:nvSpPr>
            <p:cNvPr id="10055" name="Google Shape;10055;p6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8" name="Google Shape;10058;p67"/>
          <p:cNvGrpSpPr/>
          <p:nvPr/>
        </p:nvGrpSpPr>
        <p:grpSpPr>
          <a:xfrm>
            <a:off x="2193513" y="1993092"/>
            <a:ext cx="356438" cy="355498"/>
            <a:chOff x="-34778075" y="2272675"/>
            <a:chExt cx="293800" cy="293025"/>
          </a:xfrm>
        </p:grpSpPr>
        <p:sp>
          <p:nvSpPr>
            <p:cNvPr id="10059" name="Google Shape;10059;p6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2" name="Google Shape;10062;p67"/>
          <p:cNvGrpSpPr/>
          <p:nvPr/>
        </p:nvGrpSpPr>
        <p:grpSpPr>
          <a:xfrm>
            <a:off x="2194939" y="2449119"/>
            <a:ext cx="353587" cy="353587"/>
            <a:chOff x="-34776500" y="2631825"/>
            <a:chExt cx="291450" cy="291450"/>
          </a:xfrm>
        </p:grpSpPr>
        <p:sp>
          <p:nvSpPr>
            <p:cNvPr id="10063" name="Google Shape;10063;p6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67"/>
          <p:cNvGrpSpPr/>
          <p:nvPr/>
        </p:nvGrpSpPr>
        <p:grpSpPr>
          <a:xfrm>
            <a:off x="853628" y="2912973"/>
            <a:ext cx="354527" cy="358349"/>
            <a:chOff x="-32956300" y="1915900"/>
            <a:chExt cx="292225" cy="295375"/>
          </a:xfrm>
        </p:grpSpPr>
        <p:sp>
          <p:nvSpPr>
            <p:cNvPr id="10067" name="Google Shape;10067;p6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9" name="Google Shape;10069;p67"/>
          <p:cNvSpPr/>
          <p:nvPr/>
        </p:nvSpPr>
        <p:spPr>
          <a:xfrm>
            <a:off x="850648" y="3383782"/>
            <a:ext cx="354527" cy="353557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0" name="Google Shape;10070;p67"/>
          <p:cNvSpPr/>
          <p:nvPr/>
        </p:nvSpPr>
        <p:spPr>
          <a:xfrm>
            <a:off x="850162" y="3843679"/>
            <a:ext cx="355498" cy="35455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1" name="Google Shape;10071;p67"/>
          <p:cNvGrpSpPr/>
          <p:nvPr/>
        </p:nvGrpSpPr>
        <p:grpSpPr>
          <a:xfrm>
            <a:off x="3081101" y="2915367"/>
            <a:ext cx="356438" cy="353557"/>
            <a:chOff x="-31166825" y="1939525"/>
            <a:chExt cx="293800" cy="291425"/>
          </a:xfrm>
        </p:grpSpPr>
        <p:sp>
          <p:nvSpPr>
            <p:cNvPr id="10072" name="Google Shape;10072;p6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3" name="Google Shape;10083;p67"/>
          <p:cNvGrpSpPr/>
          <p:nvPr/>
        </p:nvGrpSpPr>
        <p:grpSpPr>
          <a:xfrm>
            <a:off x="3082057" y="3383295"/>
            <a:ext cx="354527" cy="354133"/>
            <a:chOff x="-31165250" y="2298675"/>
            <a:chExt cx="292225" cy="291900"/>
          </a:xfrm>
        </p:grpSpPr>
        <p:sp>
          <p:nvSpPr>
            <p:cNvPr id="10084" name="Google Shape;10084;p6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7" name="Google Shape;10087;p67"/>
          <p:cNvGrpSpPr/>
          <p:nvPr/>
        </p:nvGrpSpPr>
        <p:grpSpPr>
          <a:xfrm>
            <a:off x="3082542" y="3843949"/>
            <a:ext cx="353557" cy="353557"/>
            <a:chOff x="-31164450" y="2657050"/>
            <a:chExt cx="291425" cy="291425"/>
          </a:xfrm>
        </p:grpSpPr>
        <p:sp>
          <p:nvSpPr>
            <p:cNvPr id="10088" name="Google Shape;10088;p6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2" name="Google Shape;10092;p67"/>
          <p:cNvSpPr/>
          <p:nvPr/>
        </p:nvSpPr>
        <p:spPr>
          <a:xfrm>
            <a:off x="2188967" y="4264670"/>
            <a:ext cx="355498" cy="352617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93" name="Google Shape;10093;p67"/>
          <p:cNvGrpSpPr/>
          <p:nvPr/>
        </p:nvGrpSpPr>
        <p:grpSpPr>
          <a:xfrm>
            <a:off x="2632987" y="1535178"/>
            <a:ext cx="358349" cy="354285"/>
            <a:chOff x="-34421275" y="1912725"/>
            <a:chExt cx="295375" cy="292025"/>
          </a:xfrm>
        </p:grpSpPr>
        <p:sp>
          <p:nvSpPr>
            <p:cNvPr id="10094" name="Google Shape;10094;p6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6" name="Google Shape;10096;p67"/>
          <p:cNvGrpSpPr/>
          <p:nvPr/>
        </p:nvGrpSpPr>
        <p:grpSpPr>
          <a:xfrm>
            <a:off x="2632032" y="1993093"/>
            <a:ext cx="360260" cy="355498"/>
            <a:chOff x="-34418125" y="2271100"/>
            <a:chExt cx="296950" cy="293025"/>
          </a:xfrm>
        </p:grpSpPr>
        <p:sp>
          <p:nvSpPr>
            <p:cNvPr id="10097" name="Google Shape;10097;p6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2" name="Google Shape;10102;p67"/>
          <p:cNvGrpSpPr/>
          <p:nvPr/>
        </p:nvGrpSpPr>
        <p:grpSpPr>
          <a:xfrm>
            <a:off x="2632987" y="2449119"/>
            <a:ext cx="358349" cy="353587"/>
            <a:chOff x="-34421275" y="2631050"/>
            <a:chExt cx="295375" cy="291450"/>
          </a:xfrm>
        </p:grpSpPr>
        <p:sp>
          <p:nvSpPr>
            <p:cNvPr id="10103" name="Google Shape;10103;p6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7" name="Google Shape;10107;p67"/>
          <p:cNvSpPr/>
          <p:nvPr/>
        </p:nvSpPr>
        <p:spPr>
          <a:xfrm>
            <a:off x="1299154" y="2915050"/>
            <a:ext cx="353587" cy="354527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8" name="Google Shape;10108;p67"/>
          <p:cNvSpPr/>
          <p:nvPr/>
        </p:nvSpPr>
        <p:spPr>
          <a:xfrm>
            <a:off x="1299154" y="3383782"/>
            <a:ext cx="353587" cy="353557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9" name="Google Shape;10109;p67"/>
          <p:cNvSpPr/>
          <p:nvPr/>
        </p:nvSpPr>
        <p:spPr>
          <a:xfrm>
            <a:off x="1290085" y="3843815"/>
            <a:ext cx="371724" cy="354285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0" name="Google Shape;10110;p67"/>
          <p:cNvGrpSpPr/>
          <p:nvPr/>
        </p:nvGrpSpPr>
        <p:grpSpPr>
          <a:xfrm>
            <a:off x="3537620" y="2915837"/>
            <a:ext cx="353587" cy="352617"/>
            <a:chOff x="-30805300" y="1938725"/>
            <a:chExt cx="291450" cy="290650"/>
          </a:xfrm>
        </p:grpSpPr>
        <p:sp>
          <p:nvSpPr>
            <p:cNvPr id="10111" name="Google Shape;10111;p6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3" name="Google Shape;10113;p67"/>
          <p:cNvGrpSpPr/>
          <p:nvPr/>
        </p:nvGrpSpPr>
        <p:grpSpPr>
          <a:xfrm>
            <a:off x="3538105" y="3383765"/>
            <a:ext cx="352617" cy="353193"/>
            <a:chOff x="-30805300" y="2298675"/>
            <a:chExt cx="290650" cy="291125"/>
          </a:xfrm>
        </p:grpSpPr>
        <p:sp>
          <p:nvSpPr>
            <p:cNvPr id="10114" name="Google Shape;10114;p6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8" name="Google Shape;10118;p67"/>
          <p:cNvGrpSpPr/>
          <p:nvPr/>
        </p:nvGrpSpPr>
        <p:grpSpPr>
          <a:xfrm>
            <a:off x="3537635" y="3843949"/>
            <a:ext cx="353557" cy="353557"/>
            <a:chOff x="-30806075" y="2657050"/>
            <a:chExt cx="291425" cy="291425"/>
          </a:xfrm>
        </p:grpSpPr>
        <p:sp>
          <p:nvSpPr>
            <p:cNvPr id="10119" name="Google Shape;10119;p6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2" name="Google Shape;10122;p67"/>
          <p:cNvGrpSpPr/>
          <p:nvPr/>
        </p:nvGrpSpPr>
        <p:grpSpPr>
          <a:xfrm>
            <a:off x="2639681" y="4301756"/>
            <a:ext cx="353557" cy="353557"/>
            <a:chOff x="-30064925" y="2332550"/>
            <a:chExt cx="291425" cy="291425"/>
          </a:xfrm>
        </p:grpSpPr>
        <p:sp>
          <p:nvSpPr>
            <p:cNvPr id="10123" name="Google Shape;10123;p6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6" name="Google Shape;10126;p67"/>
          <p:cNvGrpSpPr/>
          <p:nvPr/>
        </p:nvGrpSpPr>
        <p:grpSpPr>
          <a:xfrm>
            <a:off x="3983068" y="2911256"/>
            <a:ext cx="348855" cy="347879"/>
            <a:chOff x="2821450" y="2957850"/>
            <a:chExt cx="259275" cy="258550"/>
          </a:xfrm>
        </p:grpSpPr>
        <p:sp>
          <p:nvSpPr>
            <p:cNvPr id="10127" name="Google Shape;10127;p6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0130" name="Google Shape;10130;p67"/>
          <p:cNvGrpSpPr/>
          <p:nvPr/>
        </p:nvGrpSpPr>
        <p:grpSpPr>
          <a:xfrm>
            <a:off x="4858100" y="1532274"/>
            <a:ext cx="361090" cy="361090"/>
            <a:chOff x="-57970450" y="1903275"/>
            <a:chExt cx="318225" cy="318225"/>
          </a:xfrm>
        </p:grpSpPr>
        <p:sp>
          <p:nvSpPr>
            <p:cNvPr id="10131" name="Google Shape;10131;p6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5" name="Google Shape;10135;p67"/>
          <p:cNvGrpSpPr/>
          <p:nvPr/>
        </p:nvGrpSpPr>
        <p:grpSpPr>
          <a:xfrm>
            <a:off x="4880000" y="2008231"/>
            <a:ext cx="317290" cy="359303"/>
            <a:chOff x="-57950750" y="2296300"/>
            <a:chExt cx="279625" cy="316650"/>
          </a:xfrm>
        </p:grpSpPr>
        <p:sp>
          <p:nvSpPr>
            <p:cNvPr id="10136" name="Google Shape;10136;p6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0" name="Google Shape;10140;p67"/>
          <p:cNvGrpSpPr/>
          <p:nvPr/>
        </p:nvGrpSpPr>
        <p:grpSpPr>
          <a:xfrm>
            <a:off x="4858214" y="2459907"/>
            <a:ext cx="360863" cy="360211"/>
            <a:chOff x="-57969675" y="2687750"/>
            <a:chExt cx="318025" cy="317450"/>
          </a:xfrm>
        </p:grpSpPr>
        <p:sp>
          <p:nvSpPr>
            <p:cNvPr id="10141" name="Google Shape;10141;p6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5" name="Google Shape;10145;p67"/>
          <p:cNvGrpSpPr/>
          <p:nvPr/>
        </p:nvGrpSpPr>
        <p:grpSpPr>
          <a:xfrm>
            <a:off x="7067397" y="1532274"/>
            <a:ext cx="363785" cy="361090"/>
            <a:chOff x="-56012425" y="1903275"/>
            <a:chExt cx="320600" cy="318225"/>
          </a:xfrm>
        </p:grpSpPr>
        <p:sp>
          <p:nvSpPr>
            <p:cNvPr id="10146" name="Google Shape;10146;p6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8" name="Google Shape;10148;p67"/>
          <p:cNvGrpSpPr/>
          <p:nvPr/>
        </p:nvGrpSpPr>
        <p:grpSpPr>
          <a:xfrm>
            <a:off x="7068290" y="2006443"/>
            <a:ext cx="361998" cy="361998"/>
            <a:chOff x="-56010850" y="2294725"/>
            <a:chExt cx="319025" cy="319025"/>
          </a:xfrm>
        </p:grpSpPr>
        <p:sp>
          <p:nvSpPr>
            <p:cNvPr id="10149" name="Google Shape;10149;p6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3" name="Google Shape;10153;p67"/>
          <p:cNvGrpSpPr/>
          <p:nvPr/>
        </p:nvGrpSpPr>
        <p:grpSpPr>
          <a:xfrm>
            <a:off x="7068305" y="2459027"/>
            <a:ext cx="361969" cy="361090"/>
            <a:chOff x="-56010050" y="2686975"/>
            <a:chExt cx="319000" cy="318225"/>
          </a:xfrm>
        </p:grpSpPr>
        <p:sp>
          <p:nvSpPr>
            <p:cNvPr id="10154" name="Google Shape;10154;p6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8" name="Google Shape;10158;p67"/>
          <p:cNvGrpSpPr/>
          <p:nvPr/>
        </p:nvGrpSpPr>
        <p:grpSpPr>
          <a:xfrm>
            <a:off x="5753801" y="2911936"/>
            <a:ext cx="361998" cy="361090"/>
            <a:chOff x="-54081175" y="1903275"/>
            <a:chExt cx="319025" cy="318225"/>
          </a:xfrm>
        </p:grpSpPr>
        <p:sp>
          <p:nvSpPr>
            <p:cNvPr id="10159" name="Google Shape;10159;p6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67"/>
          <p:cNvGrpSpPr/>
          <p:nvPr/>
        </p:nvGrpSpPr>
        <p:grpSpPr>
          <a:xfrm>
            <a:off x="5776154" y="3365399"/>
            <a:ext cx="317290" cy="360211"/>
            <a:chOff x="-54063050" y="2296300"/>
            <a:chExt cx="279625" cy="317450"/>
          </a:xfrm>
        </p:grpSpPr>
        <p:sp>
          <p:nvSpPr>
            <p:cNvPr id="10162" name="Google Shape;10162;p6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6" name="Google Shape;10166;p67"/>
          <p:cNvGrpSpPr/>
          <p:nvPr/>
        </p:nvGrpSpPr>
        <p:grpSpPr>
          <a:xfrm>
            <a:off x="5776154" y="3829461"/>
            <a:ext cx="317290" cy="361033"/>
            <a:chOff x="-54061475" y="2685450"/>
            <a:chExt cx="279625" cy="318175"/>
          </a:xfrm>
        </p:grpSpPr>
        <p:sp>
          <p:nvSpPr>
            <p:cNvPr id="10167" name="Google Shape;10167;p6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1" name="Google Shape;10171;p67"/>
          <p:cNvGrpSpPr/>
          <p:nvPr/>
        </p:nvGrpSpPr>
        <p:grpSpPr>
          <a:xfrm>
            <a:off x="8029690" y="2921780"/>
            <a:ext cx="275278" cy="361969"/>
            <a:chOff x="-52074300" y="1911950"/>
            <a:chExt cx="242600" cy="319000"/>
          </a:xfrm>
        </p:grpSpPr>
        <p:sp>
          <p:nvSpPr>
            <p:cNvPr id="10172" name="Google Shape;10172;p6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6" name="Google Shape;10176;p67"/>
          <p:cNvGrpSpPr/>
          <p:nvPr/>
        </p:nvGrpSpPr>
        <p:grpSpPr>
          <a:xfrm>
            <a:off x="5287689" y="1533182"/>
            <a:ext cx="361998" cy="361090"/>
            <a:chOff x="-57578225" y="1904075"/>
            <a:chExt cx="319025" cy="318225"/>
          </a:xfrm>
        </p:grpSpPr>
        <p:sp>
          <p:nvSpPr>
            <p:cNvPr id="10177" name="Google Shape;10177;p6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1" name="Google Shape;10181;p67"/>
          <p:cNvGrpSpPr/>
          <p:nvPr/>
        </p:nvGrpSpPr>
        <p:grpSpPr>
          <a:xfrm>
            <a:off x="5310042" y="2006443"/>
            <a:ext cx="317290" cy="361090"/>
            <a:chOff x="-57558525" y="2294725"/>
            <a:chExt cx="279625" cy="318225"/>
          </a:xfrm>
        </p:grpSpPr>
        <p:sp>
          <p:nvSpPr>
            <p:cNvPr id="10182" name="Google Shape;10182;p6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7" name="Google Shape;10187;p67"/>
          <p:cNvGrpSpPr/>
          <p:nvPr/>
        </p:nvGrpSpPr>
        <p:grpSpPr>
          <a:xfrm>
            <a:off x="5285901" y="2459027"/>
            <a:ext cx="365572" cy="361969"/>
            <a:chOff x="-57579800" y="2686975"/>
            <a:chExt cx="322175" cy="319000"/>
          </a:xfrm>
        </p:grpSpPr>
        <p:sp>
          <p:nvSpPr>
            <p:cNvPr id="10188" name="Google Shape;10188;p6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67"/>
          <p:cNvGrpSpPr/>
          <p:nvPr/>
        </p:nvGrpSpPr>
        <p:grpSpPr>
          <a:xfrm>
            <a:off x="7510682" y="2006443"/>
            <a:ext cx="367359" cy="361090"/>
            <a:chOff x="-55620975" y="2294725"/>
            <a:chExt cx="323750" cy="318225"/>
          </a:xfrm>
        </p:grpSpPr>
        <p:sp>
          <p:nvSpPr>
            <p:cNvPr id="10191" name="Google Shape;10191;p6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7" name="Google Shape;10197;p67"/>
          <p:cNvGrpSpPr/>
          <p:nvPr/>
        </p:nvGrpSpPr>
        <p:grpSpPr>
          <a:xfrm>
            <a:off x="7512923" y="2458942"/>
            <a:ext cx="362877" cy="361175"/>
            <a:chOff x="-55620175" y="2686900"/>
            <a:chExt cx="319800" cy="318300"/>
          </a:xfrm>
        </p:grpSpPr>
        <p:sp>
          <p:nvSpPr>
            <p:cNvPr id="10198" name="Google Shape;10198;p6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2" name="Google Shape;10202;p67"/>
          <p:cNvGrpSpPr/>
          <p:nvPr/>
        </p:nvGrpSpPr>
        <p:grpSpPr>
          <a:xfrm>
            <a:off x="6198887" y="2911936"/>
            <a:ext cx="361969" cy="361090"/>
            <a:chOff x="-53690500" y="1903275"/>
            <a:chExt cx="319000" cy="318225"/>
          </a:xfrm>
        </p:grpSpPr>
        <p:sp>
          <p:nvSpPr>
            <p:cNvPr id="10203" name="Google Shape;10203;p6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7" name="Google Shape;10207;p67"/>
          <p:cNvGrpSpPr/>
          <p:nvPr/>
        </p:nvGrpSpPr>
        <p:grpSpPr>
          <a:xfrm>
            <a:off x="6221226" y="3365399"/>
            <a:ext cx="317290" cy="359303"/>
            <a:chOff x="-53670800" y="2296300"/>
            <a:chExt cx="279625" cy="316650"/>
          </a:xfrm>
        </p:grpSpPr>
        <p:sp>
          <p:nvSpPr>
            <p:cNvPr id="10208" name="Google Shape;10208;p6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2" name="Google Shape;10212;p67"/>
          <p:cNvGrpSpPr/>
          <p:nvPr/>
        </p:nvGrpSpPr>
        <p:grpSpPr>
          <a:xfrm>
            <a:off x="6198887" y="3830738"/>
            <a:ext cx="361969" cy="361544"/>
            <a:chOff x="-53690500" y="2686575"/>
            <a:chExt cx="319000" cy="318625"/>
          </a:xfrm>
        </p:grpSpPr>
        <p:sp>
          <p:nvSpPr>
            <p:cNvPr id="10213" name="Google Shape;10213;p6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7" name="Google Shape;10217;p67"/>
          <p:cNvGrpSpPr/>
          <p:nvPr/>
        </p:nvGrpSpPr>
        <p:grpSpPr>
          <a:xfrm>
            <a:off x="8008669" y="3373598"/>
            <a:ext cx="317319" cy="360948"/>
            <a:chOff x="-52092425" y="2303525"/>
            <a:chExt cx="279650" cy="318100"/>
          </a:xfrm>
        </p:grpSpPr>
        <p:sp>
          <p:nvSpPr>
            <p:cNvPr id="10218" name="Google Shape;10218;p6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67"/>
          <p:cNvGrpSpPr/>
          <p:nvPr/>
        </p:nvGrpSpPr>
        <p:grpSpPr>
          <a:xfrm>
            <a:off x="5727728" y="1534061"/>
            <a:ext cx="363756" cy="361090"/>
            <a:chOff x="-57189125" y="1904850"/>
            <a:chExt cx="320575" cy="318225"/>
          </a:xfrm>
        </p:grpSpPr>
        <p:sp>
          <p:nvSpPr>
            <p:cNvPr id="10224" name="Google Shape;10224;p6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9" name="Google Shape;10229;p67"/>
          <p:cNvGrpSpPr/>
          <p:nvPr/>
        </p:nvGrpSpPr>
        <p:grpSpPr>
          <a:xfrm>
            <a:off x="5728621" y="2028797"/>
            <a:ext cx="361969" cy="316411"/>
            <a:chOff x="-57187550" y="2314425"/>
            <a:chExt cx="319000" cy="278850"/>
          </a:xfrm>
        </p:grpSpPr>
        <p:sp>
          <p:nvSpPr>
            <p:cNvPr id="10230" name="Google Shape;10230;p6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4" name="Google Shape;10234;p67"/>
          <p:cNvGrpSpPr/>
          <p:nvPr/>
        </p:nvGrpSpPr>
        <p:grpSpPr>
          <a:xfrm>
            <a:off x="5745585" y="2458346"/>
            <a:ext cx="328042" cy="361771"/>
            <a:chOff x="-57172600" y="2686375"/>
            <a:chExt cx="289100" cy="318825"/>
          </a:xfrm>
        </p:grpSpPr>
        <p:sp>
          <p:nvSpPr>
            <p:cNvPr id="10235" name="Google Shape;10235;p6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7" name="Google Shape;10237;p67"/>
          <p:cNvGrpSpPr/>
          <p:nvPr/>
        </p:nvGrpSpPr>
        <p:grpSpPr>
          <a:xfrm>
            <a:off x="7958434" y="1532274"/>
            <a:ext cx="361090" cy="359303"/>
            <a:chOff x="-55225575" y="1903275"/>
            <a:chExt cx="318225" cy="316650"/>
          </a:xfrm>
        </p:grpSpPr>
        <p:sp>
          <p:nvSpPr>
            <p:cNvPr id="10238" name="Google Shape;10238;p6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3" name="Google Shape;10243;p67"/>
          <p:cNvGrpSpPr/>
          <p:nvPr/>
        </p:nvGrpSpPr>
        <p:grpSpPr>
          <a:xfrm>
            <a:off x="7969611" y="2008231"/>
            <a:ext cx="338736" cy="359303"/>
            <a:chOff x="-55217700" y="2296300"/>
            <a:chExt cx="298525" cy="316650"/>
          </a:xfrm>
        </p:grpSpPr>
        <p:sp>
          <p:nvSpPr>
            <p:cNvPr id="10244" name="Google Shape;10244;p6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8" name="Google Shape;10248;p67"/>
          <p:cNvGrpSpPr/>
          <p:nvPr/>
        </p:nvGrpSpPr>
        <p:grpSpPr>
          <a:xfrm>
            <a:off x="7957541" y="2460814"/>
            <a:ext cx="362877" cy="359303"/>
            <a:chOff x="-55229525" y="2688550"/>
            <a:chExt cx="319800" cy="316650"/>
          </a:xfrm>
        </p:grpSpPr>
        <p:sp>
          <p:nvSpPr>
            <p:cNvPr id="10249" name="Google Shape;10249;p6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67"/>
          <p:cNvGrpSpPr/>
          <p:nvPr/>
        </p:nvGrpSpPr>
        <p:grpSpPr>
          <a:xfrm>
            <a:off x="6653760" y="2911936"/>
            <a:ext cx="338765" cy="361090"/>
            <a:chOff x="-53288825" y="1903275"/>
            <a:chExt cx="298550" cy="318225"/>
          </a:xfrm>
        </p:grpSpPr>
        <p:sp>
          <p:nvSpPr>
            <p:cNvPr id="10254" name="Google Shape;10254;p6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7" name="Google Shape;10257;p67"/>
          <p:cNvGrpSpPr/>
          <p:nvPr/>
        </p:nvGrpSpPr>
        <p:grpSpPr>
          <a:xfrm>
            <a:off x="6642143" y="3363612"/>
            <a:ext cx="361998" cy="361090"/>
            <a:chOff x="-53299850" y="2294725"/>
            <a:chExt cx="319025" cy="318225"/>
          </a:xfrm>
        </p:grpSpPr>
        <p:sp>
          <p:nvSpPr>
            <p:cNvPr id="10258" name="Google Shape;10258;p6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67"/>
          <p:cNvGrpSpPr/>
          <p:nvPr/>
        </p:nvGrpSpPr>
        <p:grpSpPr>
          <a:xfrm>
            <a:off x="6664936" y="3832071"/>
            <a:ext cx="316411" cy="360211"/>
            <a:chOff x="-53278575" y="2687750"/>
            <a:chExt cx="278850" cy="317450"/>
          </a:xfrm>
        </p:grpSpPr>
        <p:sp>
          <p:nvSpPr>
            <p:cNvPr id="10261" name="Google Shape;10261;p6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5" name="Google Shape;10265;p67"/>
          <p:cNvGrpSpPr/>
          <p:nvPr/>
        </p:nvGrpSpPr>
        <p:grpSpPr>
          <a:xfrm>
            <a:off x="7986330" y="3831759"/>
            <a:ext cx="361998" cy="362310"/>
            <a:chOff x="-52101875" y="2687475"/>
            <a:chExt cx="319025" cy="319300"/>
          </a:xfrm>
        </p:grpSpPr>
        <p:sp>
          <p:nvSpPr>
            <p:cNvPr id="10266" name="Google Shape;10266;p6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0" name="Google Shape;10270;p67"/>
          <p:cNvGrpSpPr/>
          <p:nvPr/>
        </p:nvGrpSpPr>
        <p:grpSpPr>
          <a:xfrm>
            <a:off x="6201079" y="1533182"/>
            <a:ext cx="317290" cy="361090"/>
            <a:chOff x="-56774050" y="1904075"/>
            <a:chExt cx="279625" cy="318225"/>
          </a:xfrm>
        </p:grpSpPr>
        <p:sp>
          <p:nvSpPr>
            <p:cNvPr id="10271" name="Google Shape;10271;p6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67"/>
          <p:cNvGrpSpPr/>
          <p:nvPr/>
        </p:nvGrpSpPr>
        <p:grpSpPr>
          <a:xfrm>
            <a:off x="6201079" y="2006443"/>
            <a:ext cx="317290" cy="361090"/>
            <a:chOff x="-56774850" y="2294725"/>
            <a:chExt cx="279625" cy="318225"/>
          </a:xfrm>
        </p:grpSpPr>
        <p:sp>
          <p:nvSpPr>
            <p:cNvPr id="10274" name="Google Shape;10274;p6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7" name="Google Shape;10277;p67"/>
          <p:cNvGrpSpPr/>
          <p:nvPr/>
        </p:nvGrpSpPr>
        <p:grpSpPr>
          <a:xfrm>
            <a:off x="6222086" y="2459027"/>
            <a:ext cx="275278" cy="360182"/>
            <a:chOff x="-56756725" y="2686975"/>
            <a:chExt cx="242600" cy="317425"/>
          </a:xfrm>
        </p:grpSpPr>
        <p:sp>
          <p:nvSpPr>
            <p:cNvPr id="10278" name="Google Shape;10278;p6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1" name="Google Shape;10281;p67"/>
          <p:cNvGrpSpPr/>
          <p:nvPr/>
        </p:nvGrpSpPr>
        <p:grpSpPr>
          <a:xfrm>
            <a:off x="4870518" y="2911936"/>
            <a:ext cx="337346" cy="361998"/>
            <a:chOff x="-54826975" y="1903275"/>
            <a:chExt cx="297300" cy="319025"/>
          </a:xfrm>
        </p:grpSpPr>
        <p:sp>
          <p:nvSpPr>
            <p:cNvPr id="10282" name="Google Shape;10282;p6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67"/>
          <p:cNvGrpSpPr/>
          <p:nvPr/>
        </p:nvGrpSpPr>
        <p:grpSpPr>
          <a:xfrm>
            <a:off x="4858206" y="3365399"/>
            <a:ext cx="361969" cy="359274"/>
            <a:chOff x="-54836500" y="2296300"/>
            <a:chExt cx="319000" cy="316625"/>
          </a:xfrm>
        </p:grpSpPr>
        <p:sp>
          <p:nvSpPr>
            <p:cNvPr id="10286" name="Google Shape;10286;p6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67"/>
          <p:cNvGrpSpPr/>
          <p:nvPr/>
        </p:nvGrpSpPr>
        <p:grpSpPr>
          <a:xfrm>
            <a:off x="4879652" y="3832071"/>
            <a:ext cx="319078" cy="361090"/>
            <a:chOff x="-54817600" y="2687750"/>
            <a:chExt cx="281200" cy="318225"/>
          </a:xfrm>
        </p:grpSpPr>
        <p:sp>
          <p:nvSpPr>
            <p:cNvPr id="10291" name="Google Shape;10291;p6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5" name="Google Shape;10295;p67"/>
          <p:cNvGrpSpPr/>
          <p:nvPr/>
        </p:nvGrpSpPr>
        <p:grpSpPr>
          <a:xfrm>
            <a:off x="7110476" y="2911936"/>
            <a:ext cx="317290" cy="359303"/>
            <a:chOff x="-52887125" y="1903275"/>
            <a:chExt cx="279625" cy="316650"/>
          </a:xfrm>
        </p:grpSpPr>
        <p:sp>
          <p:nvSpPr>
            <p:cNvPr id="10296" name="Google Shape;10296;p6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8" name="Google Shape;10298;p67"/>
          <p:cNvGrpSpPr/>
          <p:nvPr/>
        </p:nvGrpSpPr>
        <p:grpSpPr>
          <a:xfrm>
            <a:off x="7089030" y="3362733"/>
            <a:ext cx="360182" cy="361969"/>
            <a:chOff x="-52906025" y="2293950"/>
            <a:chExt cx="317425" cy="319000"/>
          </a:xfrm>
        </p:grpSpPr>
        <p:sp>
          <p:nvSpPr>
            <p:cNvPr id="10299" name="Google Shape;10299;p6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2" name="Google Shape;10302;p67"/>
          <p:cNvGrpSpPr/>
          <p:nvPr/>
        </p:nvGrpSpPr>
        <p:grpSpPr>
          <a:xfrm>
            <a:off x="7110476" y="3831192"/>
            <a:ext cx="317290" cy="361090"/>
            <a:chOff x="-52887125" y="2686975"/>
            <a:chExt cx="279625" cy="318225"/>
          </a:xfrm>
        </p:grpSpPr>
        <p:sp>
          <p:nvSpPr>
            <p:cNvPr id="10303" name="Google Shape;10303;p6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7" name="Google Shape;10307;p67"/>
          <p:cNvGrpSpPr/>
          <p:nvPr/>
        </p:nvGrpSpPr>
        <p:grpSpPr>
          <a:xfrm>
            <a:off x="6220848" y="4290810"/>
            <a:ext cx="318170" cy="359303"/>
            <a:chOff x="-51722225" y="1915100"/>
            <a:chExt cx="280400" cy="316650"/>
          </a:xfrm>
        </p:grpSpPr>
        <p:sp>
          <p:nvSpPr>
            <p:cNvPr id="10308" name="Google Shape;10308;p6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2" name="Google Shape;10312;p67"/>
          <p:cNvGrpSpPr/>
          <p:nvPr/>
        </p:nvGrpSpPr>
        <p:grpSpPr>
          <a:xfrm>
            <a:off x="6616678" y="1531508"/>
            <a:ext cx="370905" cy="360976"/>
            <a:chOff x="-56407800" y="1902600"/>
            <a:chExt cx="326875" cy="318125"/>
          </a:xfrm>
        </p:grpSpPr>
        <p:sp>
          <p:nvSpPr>
            <p:cNvPr id="10313" name="Google Shape;10313;p6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67"/>
          <p:cNvGrpSpPr/>
          <p:nvPr/>
        </p:nvGrpSpPr>
        <p:grpSpPr>
          <a:xfrm>
            <a:off x="6622479" y="2018074"/>
            <a:ext cx="359303" cy="338736"/>
            <a:chOff x="-56401500" y="2304975"/>
            <a:chExt cx="316650" cy="298525"/>
          </a:xfrm>
        </p:grpSpPr>
        <p:sp>
          <p:nvSpPr>
            <p:cNvPr id="10317" name="Google Shape;10317;p6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1" name="Google Shape;10321;p67"/>
          <p:cNvGrpSpPr/>
          <p:nvPr/>
        </p:nvGrpSpPr>
        <p:grpSpPr>
          <a:xfrm>
            <a:off x="5328863" y="2910149"/>
            <a:ext cx="319985" cy="361090"/>
            <a:chOff x="-54426150" y="1901700"/>
            <a:chExt cx="282000" cy="318225"/>
          </a:xfrm>
        </p:grpSpPr>
        <p:sp>
          <p:nvSpPr>
            <p:cNvPr id="10322" name="Google Shape;10322;p6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6" name="Google Shape;10326;p67"/>
          <p:cNvGrpSpPr/>
          <p:nvPr/>
        </p:nvGrpSpPr>
        <p:grpSpPr>
          <a:xfrm>
            <a:off x="5328863" y="3363612"/>
            <a:ext cx="319985" cy="361998"/>
            <a:chOff x="-54426150" y="2294725"/>
            <a:chExt cx="282000" cy="319025"/>
          </a:xfrm>
        </p:grpSpPr>
        <p:sp>
          <p:nvSpPr>
            <p:cNvPr id="10327" name="Google Shape;10327;p6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2" name="Google Shape;10332;p67"/>
          <p:cNvGrpSpPr/>
          <p:nvPr/>
        </p:nvGrpSpPr>
        <p:grpSpPr>
          <a:xfrm>
            <a:off x="5327076" y="3831192"/>
            <a:ext cx="323560" cy="361969"/>
            <a:chOff x="-54427725" y="2686975"/>
            <a:chExt cx="285150" cy="319000"/>
          </a:xfrm>
        </p:grpSpPr>
        <p:sp>
          <p:nvSpPr>
            <p:cNvPr id="10333" name="Google Shape;10333;p6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8" name="Google Shape;10338;p67"/>
          <p:cNvGrpSpPr/>
          <p:nvPr/>
        </p:nvGrpSpPr>
        <p:grpSpPr>
          <a:xfrm>
            <a:off x="7533634" y="2912163"/>
            <a:ext cx="359303" cy="359984"/>
            <a:chOff x="-52513800" y="1903475"/>
            <a:chExt cx="316650" cy="317250"/>
          </a:xfrm>
        </p:grpSpPr>
        <p:sp>
          <p:nvSpPr>
            <p:cNvPr id="10339" name="Google Shape;10339;p6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1" name="Google Shape;10341;p67"/>
          <p:cNvGrpSpPr/>
          <p:nvPr/>
        </p:nvGrpSpPr>
        <p:grpSpPr>
          <a:xfrm>
            <a:off x="7543464" y="3364520"/>
            <a:ext cx="339644" cy="360182"/>
            <a:chOff x="-52505925" y="2295525"/>
            <a:chExt cx="299325" cy="317425"/>
          </a:xfrm>
        </p:grpSpPr>
        <p:sp>
          <p:nvSpPr>
            <p:cNvPr id="10342" name="Google Shape;10342;p6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6" name="Google Shape;10346;p67"/>
          <p:cNvGrpSpPr/>
          <p:nvPr/>
        </p:nvGrpSpPr>
        <p:grpSpPr>
          <a:xfrm>
            <a:off x="7554641" y="3831192"/>
            <a:ext cx="317290" cy="361090"/>
            <a:chOff x="-52494100" y="2686975"/>
            <a:chExt cx="279625" cy="318225"/>
          </a:xfrm>
        </p:grpSpPr>
        <p:sp>
          <p:nvSpPr>
            <p:cNvPr id="10347" name="Google Shape;10347;p6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1" name="Google Shape;10351;p67"/>
          <p:cNvGrpSpPr/>
          <p:nvPr/>
        </p:nvGrpSpPr>
        <p:grpSpPr>
          <a:xfrm>
            <a:off x="6665412" y="4292135"/>
            <a:ext cx="315503" cy="361090"/>
            <a:chOff x="-51708850" y="2305750"/>
            <a:chExt cx="278050" cy="318225"/>
          </a:xfrm>
        </p:grpSpPr>
        <p:sp>
          <p:nvSpPr>
            <p:cNvPr id="10352" name="Google Shape;10352;p6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5" name="Google Shape;10355;p67"/>
          <p:cNvGrpSpPr/>
          <p:nvPr/>
        </p:nvGrpSpPr>
        <p:grpSpPr>
          <a:xfrm>
            <a:off x="7536807" y="1533922"/>
            <a:ext cx="319089" cy="362073"/>
            <a:chOff x="1044400" y="2917425"/>
            <a:chExt cx="248125" cy="281550"/>
          </a:xfrm>
        </p:grpSpPr>
        <p:sp>
          <p:nvSpPr>
            <p:cNvPr id="10356" name="Google Shape;10356;p6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361" name="Google Shape;10361;p6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362" name="Google Shape;10362;p6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363" name="Google Shape;10363;p6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65" name="Google Shape;10365;p67"/>
          <p:cNvSpPr/>
          <p:nvPr/>
        </p:nvSpPr>
        <p:spPr>
          <a:xfrm>
            <a:off x="6633660" y="2459865"/>
            <a:ext cx="343218" cy="362154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369" name="Shape 10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0" name="Google Shape;10370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71" name="Google Shape;10371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72" name="Google Shape;10372;p68"/>
          <p:cNvGrpSpPr/>
          <p:nvPr/>
        </p:nvGrpSpPr>
        <p:grpSpPr>
          <a:xfrm>
            <a:off x="889109" y="1531603"/>
            <a:ext cx="278288" cy="357036"/>
            <a:chOff x="-50489600" y="1947400"/>
            <a:chExt cx="233150" cy="299125"/>
          </a:xfrm>
        </p:grpSpPr>
        <p:sp>
          <p:nvSpPr>
            <p:cNvPr id="10373" name="Google Shape;10373;p6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68"/>
          <p:cNvGrpSpPr/>
          <p:nvPr/>
        </p:nvGrpSpPr>
        <p:grpSpPr>
          <a:xfrm>
            <a:off x="849616" y="1986560"/>
            <a:ext cx="357274" cy="358199"/>
            <a:chOff x="-50523475" y="2316000"/>
            <a:chExt cx="299325" cy="300100"/>
          </a:xfrm>
        </p:grpSpPr>
        <p:sp>
          <p:nvSpPr>
            <p:cNvPr id="10376" name="Google Shape;10376;p6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8" name="Google Shape;10378;p68"/>
          <p:cNvGrpSpPr/>
          <p:nvPr/>
        </p:nvGrpSpPr>
        <p:grpSpPr>
          <a:xfrm>
            <a:off x="848213" y="2435869"/>
            <a:ext cx="360079" cy="357304"/>
            <a:chOff x="-50524250" y="2686150"/>
            <a:chExt cx="301675" cy="299350"/>
          </a:xfrm>
        </p:grpSpPr>
        <p:sp>
          <p:nvSpPr>
            <p:cNvPr id="10379" name="Google Shape;10379;p6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5" name="Google Shape;10385;p68"/>
          <p:cNvGrpSpPr/>
          <p:nvPr/>
        </p:nvGrpSpPr>
        <p:grpSpPr>
          <a:xfrm>
            <a:off x="3070976" y="1561682"/>
            <a:ext cx="358199" cy="359154"/>
            <a:chOff x="-48633950" y="1972600"/>
            <a:chExt cx="300100" cy="300900"/>
          </a:xfrm>
        </p:grpSpPr>
        <p:sp>
          <p:nvSpPr>
            <p:cNvPr id="10386" name="Google Shape;10386;p6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8" name="Google Shape;10388;p68"/>
          <p:cNvGrpSpPr/>
          <p:nvPr/>
        </p:nvGrpSpPr>
        <p:grpSpPr>
          <a:xfrm>
            <a:off x="3070499" y="2017593"/>
            <a:ext cx="359154" cy="361004"/>
            <a:chOff x="-48634750" y="2342000"/>
            <a:chExt cx="300900" cy="302450"/>
          </a:xfrm>
        </p:grpSpPr>
        <p:sp>
          <p:nvSpPr>
            <p:cNvPr id="10389" name="Google Shape;10389;p6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7" name="Google Shape;10397;p68"/>
          <p:cNvGrpSpPr/>
          <p:nvPr/>
        </p:nvGrpSpPr>
        <p:grpSpPr>
          <a:xfrm>
            <a:off x="3071439" y="2465977"/>
            <a:ext cx="357274" cy="357274"/>
            <a:chOff x="-48633175" y="2711375"/>
            <a:chExt cx="299325" cy="299325"/>
          </a:xfrm>
        </p:grpSpPr>
        <p:sp>
          <p:nvSpPr>
            <p:cNvPr id="10398" name="Google Shape;10398;p6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0" name="Google Shape;10400;p68"/>
          <p:cNvGrpSpPr/>
          <p:nvPr/>
        </p:nvGrpSpPr>
        <p:grpSpPr>
          <a:xfrm>
            <a:off x="1757928" y="2917929"/>
            <a:ext cx="314006" cy="358229"/>
            <a:chOff x="-46753100" y="1965500"/>
            <a:chExt cx="263075" cy="300125"/>
          </a:xfrm>
        </p:grpSpPr>
        <p:sp>
          <p:nvSpPr>
            <p:cNvPr id="10401" name="Google Shape;10401;p6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3" name="Google Shape;10403;p68"/>
          <p:cNvGrpSpPr/>
          <p:nvPr/>
        </p:nvGrpSpPr>
        <p:grpSpPr>
          <a:xfrm>
            <a:off x="1735354" y="3385142"/>
            <a:ext cx="359154" cy="315916"/>
            <a:chOff x="-46772025" y="2350650"/>
            <a:chExt cx="300900" cy="264675"/>
          </a:xfrm>
        </p:grpSpPr>
        <p:sp>
          <p:nvSpPr>
            <p:cNvPr id="10404" name="Google Shape;10404;p6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6" name="Google Shape;10406;p68"/>
          <p:cNvGrpSpPr/>
          <p:nvPr/>
        </p:nvGrpSpPr>
        <p:grpSpPr>
          <a:xfrm>
            <a:off x="1735354" y="3819420"/>
            <a:ext cx="359154" cy="359154"/>
            <a:chOff x="-46772025" y="2701925"/>
            <a:chExt cx="300900" cy="300900"/>
          </a:xfrm>
        </p:grpSpPr>
        <p:sp>
          <p:nvSpPr>
            <p:cNvPr id="10407" name="Google Shape;10407;p6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9" name="Google Shape;10409;p68"/>
          <p:cNvSpPr/>
          <p:nvPr/>
        </p:nvSpPr>
        <p:spPr>
          <a:xfrm>
            <a:off x="3964861" y="2960111"/>
            <a:ext cx="358199" cy="359154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10" name="Google Shape;10410;p68"/>
          <p:cNvGrpSpPr/>
          <p:nvPr/>
        </p:nvGrpSpPr>
        <p:grpSpPr>
          <a:xfrm>
            <a:off x="1293035" y="1532528"/>
            <a:ext cx="358199" cy="359154"/>
            <a:chOff x="-50154075" y="1948175"/>
            <a:chExt cx="300100" cy="300900"/>
          </a:xfrm>
        </p:grpSpPr>
        <p:sp>
          <p:nvSpPr>
            <p:cNvPr id="10411" name="Google Shape;10411;p6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3" name="Google Shape;10413;p68"/>
          <p:cNvGrpSpPr/>
          <p:nvPr/>
        </p:nvGrpSpPr>
        <p:grpSpPr>
          <a:xfrm>
            <a:off x="1293035" y="1987485"/>
            <a:ext cx="358199" cy="358229"/>
            <a:chOff x="-50154850" y="2316775"/>
            <a:chExt cx="300100" cy="300125"/>
          </a:xfrm>
        </p:grpSpPr>
        <p:sp>
          <p:nvSpPr>
            <p:cNvPr id="10414" name="Google Shape;10414;p6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6" name="Google Shape;10416;p68"/>
          <p:cNvGrpSpPr/>
          <p:nvPr/>
        </p:nvGrpSpPr>
        <p:grpSpPr>
          <a:xfrm>
            <a:off x="1288813" y="2434496"/>
            <a:ext cx="366644" cy="356558"/>
            <a:chOff x="-50158000" y="2685000"/>
            <a:chExt cx="307175" cy="298725"/>
          </a:xfrm>
        </p:grpSpPr>
        <p:sp>
          <p:nvSpPr>
            <p:cNvPr id="10417" name="Google Shape;10417;p6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9" name="Google Shape;10419;p68"/>
          <p:cNvGrpSpPr/>
          <p:nvPr/>
        </p:nvGrpSpPr>
        <p:grpSpPr>
          <a:xfrm>
            <a:off x="3521599" y="1562607"/>
            <a:ext cx="361004" cy="358229"/>
            <a:chOff x="-48266125" y="1973375"/>
            <a:chExt cx="302450" cy="300125"/>
          </a:xfrm>
        </p:grpSpPr>
        <p:sp>
          <p:nvSpPr>
            <p:cNvPr id="10420" name="Google Shape;10420;p6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6" name="Google Shape;10426;p68"/>
          <p:cNvGrpSpPr/>
          <p:nvPr/>
        </p:nvGrpSpPr>
        <p:grpSpPr>
          <a:xfrm>
            <a:off x="3548844" y="2018369"/>
            <a:ext cx="306516" cy="358349"/>
            <a:chOff x="-48237000" y="2342650"/>
            <a:chExt cx="256800" cy="300225"/>
          </a:xfrm>
        </p:grpSpPr>
        <p:sp>
          <p:nvSpPr>
            <p:cNvPr id="10427" name="Google Shape;10427;p6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0" name="Google Shape;10430;p68"/>
          <p:cNvGrpSpPr/>
          <p:nvPr/>
        </p:nvGrpSpPr>
        <p:grpSpPr>
          <a:xfrm>
            <a:off x="2180338" y="2918646"/>
            <a:ext cx="361034" cy="355633"/>
            <a:chOff x="-46404975" y="1966100"/>
            <a:chExt cx="302475" cy="297950"/>
          </a:xfrm>
        </p:grpSpPr>
        <p:sp>
          <p:nvSpPr>
            <p:cNvPr id="10431" name="Google Shape;10431;p6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5" name="Google Shape;10435;p68"/>
          <p:cNvGrpSpPr/>
          <p:nvPr/>
        </p:nvGrpSpPr>
        <p:grpSpPr>
          <a:xfrm>
            <a:off x="2181740" y="3364463"/>
            <a:ext cx="358229" cy="358199"/>
            <a:chOff x="-46401050" y="2333325"/>
            <a:chExt cx="300125" cy="300100"/>
          </a:xfrm>
        </p:grpSpPr>
        <p:sp>
          <p:nvSpPr>
            <p:cNvPr id="10436" name="Google Shape;10436;p6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0" name="Google Shape;10440;p68"/>
          <p:cNvSpPr/>
          <p:nvPr/>
        </p:nvSpPr>
        <p:spPr>
          <a:xfrm>
            <a:off x="2183438" y="3820197"/>
            <a:ext cx="360109" cy="359154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1" name="Google Shape;10441;p68"/>
          <p:cNvGrpSpPr/>
          <p:nvPr/>
        </p:nvGrpSpPr>
        <p:grpSpPr>
          <a:xfrm>
            <a:off x="3961830" y="3374818"/>
            <a:ext cx="359154" cy="359124"/>
            <a:chOff x="-44914800" y="2342000"/>
            <a:chExt cx="300900" cy="300875"/>
          </a:xfrm>
        </p:grpSpPr>
        <p:sp>
          <p:nvSpPr>
            <p:cNvPr id="10442" name="Google Shape;10442;p6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5" name="Google Shape;10445;p68"/>
          <p:cNvSpPr/>
          <p:nvPr/>
        </p:nvSpPr>
        <p:spPr>
          <a:xfrm>
            <a:off x="1739586" y="1531714"/>
            <a:ext cx="357274" cy="356797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6" name="Google Shape;10446;p68"/>
          <p:cNvGrpSpPr/>
          <p:nvPr/>
        </p:nvGrpSpPr>
        <p:grpSpPr>
          <a:xfrm>
            <a:off x="1735816" y="1987336"/>
            <a:ext cx="359154" cy="357424"/>
            <a:chOff x="-49786250" y="2316650"/>
            <a:chExt cx="300900" cy="299450"/>
          </a:xfrm>
        </p:grpSpPr>
        <p:sp>
          <p:nvSpPr>
            <p:cNvPr id="10447" name="Google Shape;10447;p6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4" name="Google Shape;10454;p68"/>
          <p:cNvSpPr/>
          <p:nvPr/>
        </p:nvSpPr>
        <p:spPr>
          <a:xfrm>
            <a:off x="1731604" y="2433842"/>
            <a:ext cx="373239" cy="359154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5" name="Google Shape;10455;p68"/>
          <p:cNvSpPr/>
          <p:nvPr/>
        </p:nvSpPr>
        <p:spPr>
          <a:xfrm>
            <a:off x="3971472" y="1563432"/>
            <a:ext cx="359154" cy="358199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6" name="Google Shape;10456;p68"/>
          <p:cNvGrpSpPr/>
          <p:nvPr/>
        </p:nvGrpSpPr>
        <p:grpSpPr>
          <a:xfrm>
            <a:off x="4033144" y="2017593"/>
            <a:ext cx="230365" cy="359124"/>
            <a:chOff x="-47842400" y="2342000"/>
            <a:chExt cx="193000" cy="300875"/>
          </a:xfrm>
        </p:grpSpPr>
        <p:sp>
          <p:nvSpPr>
            <p:cNvPr id="10457" name="Google Shape;10457;p6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0" name="Google Shape;10460;p68"/>
          <p:cNvGrpSpPr/>
          <p:nvPr/>
        </p:nvGrpSpPr>
        <p:grpSpPr>
          <a:xfrm>
            <a:off x="3969212" y="2465052"/>
            <a:ext cx="358229" cy="359154"/>
            <a:chOff x="-47896750" y="2710600"/>
            <a:chExt cx="300125" cy="300900"/>
          </a:xfrm>
        </p:grpSpPr>
        <p:sp>
          <p:nvSpPr>
            <p:cNvPr id="10461" name="Google Shape;10461;p6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5" name="Google Shape;10465;p68"/>
          <p:cNvGrpSpPr/>
          <p:nvPr/>
        </p:nvGrpSpPr>
        <p:grpSpPr>
          <a:xfrm>
            <a:off x="2624852" y="2938609"/>
            <a:ext cx="359154" cy="314991"/>
            <a:chOff x="-46033225" y="1982825"/>
            <a:chExt cx="300900" cy="263900"/>
          </a:xfrm>
        </p:grpSpPr>
        <p:sp>
          <p:nvSpPr>
            <p:cNvPr id="10466" name="Google Shape;10466;p6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9" name="Google Shape;10469;p68"/>
          <p:cNvGrpSpPr/>
          <p:nvPr/>
        </p:nvGrpSpPr>
        <p:grpSpPr>
          <a:xfrm>
            <a:off x="2621569" y="3365866"/>
            <a:ext cx="365719" cy="326151"/>
            <a:chOff x="-46034000" y="2334500"/>
            <a:chExt cx="306400" cy="273250"/>
          </a:xfrm>
        </p:grpSpPr>
        <p:sp>
          <p:nvSpPr>
            <p:cNvPr id="10470" name="Google Shape;10470;p6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3" name="Google Shape;10473;p68"/>
          <p:cNvGrpSpPr/>
          <p:nvPr/>
        </p:nvGrpSpPr>
        <p:grpSpPr>
          <a:xfrm>
            <a:off x="2667627" y="3820255"/>
            <a:ext cx="273603" cy="356439"/>
            <a:chOff x="-45998575" y="2702625"/>
            <a:chExt cx="229225" cy="298625"/>
          </a:xfrm>
        </p:grpSpPr>
        <p:sp>
          <p:nvSpPr>
            <p:cNvPr id="10474" name="Google Shape;10474;p6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1" name="Google Shape;10481;p68"/>
          <p:cNvSpPr/>
          <p:nvPr/>
        </p:nvSpPr>
        <p:spPr>
          <a:xfrm>
            <a:off x="3986479" y="3841352"/>
            <a:ext cx="314961" cy="358199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2" name="Google Shape;10482;p68"/>
          <p:cNvSpPr/>
          <p:nvPr/>
        </p:nvSpPr>
        <p:spPr>
          <a:xfrm>
            <a:off x="2183447" y="1541799"/>
            <a:ext cx="360079" cy="336595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3" name="Google Shape;10483;p68"/>
          <p:cNvSpPr/>
          <p:nvPr/>
        </p:nvSpPr>
        <p:spPr>
          <a:xfrm>
            <a:off x="2345143" y="1972337"/>
            <a:ext cx="20709" cy="62097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4" name="Google Shape;10484;p68"/>
          <p:cNvSpPr/>
          <p:nvPr/>
        </p:nvSpPr>
        <p:spPr>
          <a:xfrm>
            <a:off x="2265235" y="1998803"/>
            <a:ext cx="55502" cy="39389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5" name="Google Shape;10485;p68"/>
          <p:cNvSpPr/>
          <p:nvPr/>
        </p:nvSpPr>
        <p:spPr>
          <a:xfrm>
            <a:off x="2393093" y="2000594"/>
            <a:ext cx="51743" cy="38523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6" name="Google Shape;10486;p68"/>
          <p:cNvGrpSpPr/>
          <p:nvPr/>
        </p:nvGrpSpPr>
        <p:grpSpPr>
          <a:xfrm>
            <a:off x="2203197" y="2434019"/>
            <a:ext cx="314961" cy="361034"/>
            <a:chOff x="-49398750" y="2684600"/>
            <a:chExt cx="263875" cy="302475"/>
          </a:xfrm>
        </p:grpSpPr>
        <p:sp>
          <p:nvSpPr>
            <p:cNvPr id="10487" name="Google Shape;10487;p6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68"/>
          <p:cNvGrpSpPr/>
          <p:nvPr/>
        </p:nvGrpSpPr>
        <p:grpSpPr>
          <a:xfrm>
            <a:off x="873121" y="2928284"/>
            <a:ext cx="314006" cy="359154"/>
            <a:chOff x="-47509225" y="1974175"/>
            <a:chExt cx="263075" cy="300900"/>
          </a:xfrm>
        </p:grpSpPr>
        <p:sp>
          <p:nvSpPr>
            <p:cNvPr id="10491" name="Google Shape;10491;p6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6" name="Google Shape;10496;p68"/>
          <p:cNvGrpSpPr/>
          <p:nvPr/>
        </p:nvGrpSpPr>
        <p:grpSpPr>
          <a:xfrm>
            <a:off x="849622" y="3374818"/>
            <a:ext cx="361004" cy="357961"/>
            <a:chOff x="-47529700" y="2342000"/>
            <a:chExt cx="302450" cy="299900"/>
          </a:xfrm>
        </p:grpSpPr>
        <p:sp>
          <p:nvSpPr>
            <p:cNvPr id="10497" name="Google Shape;10497;p6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68"/>
          <p:cNvGrpSpPr/>
          <p:nvPr/>
        </p:nvGrpSpPr>
        <p:grpSpPr>
          <a:xfrm>
            <a:off x="851025" y="3873967"/>
            <a:ext cx="358199" cy="272648"/>
            <a:chOff x="-47527350" y="2747625"/>
            <a:chExt cx="300100" cy="228425"/>
          </a:xfrm>
        </p:grpSpPr>
        <p:sp>
          <p:nvSpPr>
            <p:cNvPr id="10500" name="Google Shape;10500;p6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06" name="Google Shape;10506;p68"/>
          <p:cNvSpPr/>
          <p:nvPr/>
        </p:nvSpPr>
        <p:spPr>
          <a:xfrm>
            <a:off x="3077474" y="2915682"/>
            <a:ext cx="356319" cy="36079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07" name="Google Shape;10507;p68"/>
          <p:cNvGrpSpPr/>
          <p:nvPr/>
        </p:nvGrpSpPr>
        <p:grpSpPr>
          <a:xfrm>
            <a:off x="3073924" y="3387022"/>
            <a:ext cx="358229" cy="314961"/>
            <a:chOff x="-45664625" y="2352225"/>
            <a:chExt cx="300125" cy="263875"/>
          </a:xfrm>
        </p:grpSpPr>
        <p:sp>
          <p:nvSpPr>
            <p:cNvPr id="10508" name="Google Shape;10508;p6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68"/>
          <p:cNvGrpSpPr/>
          <p:nvPr/>
        </p:nvGrpSpPr>
        <p:grpSpPr>
          <a:xfrm>
            <a:off x="3073103" y="3821001"/>
            <a:ext cx="359870" cy="357573"/>
            <a:chOff x="-45665400" y="2703250"/>
            <a:chExt cx="301500" cy="299575"/>
          </a:xfrm>
        </p:grpSpPr>
        <p:sp>
          <p:nvSpPr>
            <p:cNvPr id="10516" name="Google Shape;10516;p6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0" name="Google Shape;10520;p68"/>
          <p:cNvGrpSpPr/>
          <p:nvPr/>
        </p:nvGrpSpPr>
        <p:grpSpPr>
          <a:xfrm>
            <a:off x="2174760" y="4261937"/>
            <a:ext cx="359154" cy="360109"/>
            <a:chOff x="-44528075" y="1982825"/>
            <a:chExt cx="300900" cy="301700"/>
          </a:xfrm>
        </p:grpSpPr>
        <p:sp>
          <p:nvSpPr>
            <p:cNvPr id="10521" name="Google Shape;10521;p6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8" name="Google Shape;10528;p68"/>
          <p:cNvSpPr/>
          <p:nvPr/>
        </p:nvSpPr>
        <p:spPr>
          <a:xfrm>
            <a:off x="2628711" y="1531475"/>
            <a:ext cx="358199" cy="358199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9" name="Google Shape;10529;p68"/>
          <p:cNvGrpSpPr/>
          <p:nvPr/>
        </p:nvGrpSpPr>
        <p:grpSpPr>
          <a:xfrm>
            <a:off x="2625923" y="1987485"/>
            <a:ext cx="358199" cy="358229"/>
            <a:chOff x="-49048250" y="2316775"/>
            <a:chExt cx="300100" cy="300125"/>
          </a:xfrm>
        </p:grpSpPr>
        <p:sp>
          <p:nvSpPr>
            <p:cNvPr id="10530" name="Google Shape;10530;p6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34" name="Google Shape;10534;p68"/>
          <p:cNvSpPr/>
          <p:nvPr/>
        </p:nvSpPr>
        <p:spPr>
          <a:xfrm>
            <a:off x="2627309" y="2435125"/>
            <a:ext cx="361004" cy="357871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35" name="Google Shape;10535;p68"/>
          <p:cNvGrpSpPr/>
          <p:nvPr/>
        </p:nvGrpSpPr>
        <p:grpSpPr>
          <a:xfrm>
            <a:off x="1290494" y="2928284"/>
            <a:ext cx="360109" cy="358199"/>
            <a:chOff x="-47160325" y="1974175"/>
            <a:chExt cx="301700" cy="300100"/>
          </a:xfrm>
        </p:grpSpPr>
        <p:sp>
          <p:nvSpPr>
            <p:cNvPr id="10536" name="Google Shape;10536;p6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68"/>
          <p:cNvGrpSpPr/>
          <p:nvPr/>
        </p:nvGrpSpPr>
        <p:grpSpPr>
          <a:xfrm>
            <a:off x="1290971" y="3374818"/>
            <a:ext cx="359154" cy="359124"/>
            <a:chOff x="-47159525" y="2342000"/>
            <a:chExt cx="300900" cy="300875"/>
          </a:xfrm>
        </p:grpSpPr>
        <p:sp>
          <p:nvSpPr>
            <p:cNvPr id="10539" name="Google Shape;10539;p6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4" name="Google Shape;10544;p68"/>
          <p:cNvGrpSpPr/>
          <p:nvPr/>
        </p:nvGrpSpPr>
        <p:grpSpPr>
          <a:xfrm>
            <a:off x="1291448" y="3831654"/>
            <a:ext cx="358199" cy="359154"/>
            <a:chOff x="-47157950" y="2712175"/>
            <a:chExt cx="300100" cy="300900"/>
          </a:xfrm>
        </p:grpSpPr>
        <p:sp>
          <p:nvSpPr>
            <p:cNvPr id="10545" name="Google Shape;10545;p6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2" name="Google Shape;10552;p68"/>
          <p:cNvSpPr/>
          <p:nvPr/>
        </p:nvSpPr>
        <p:spPr>
          <a:xfrm>
            <a:off x="3538211" y="2917800"/>
            <a:ext cx="314961" cy="35727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3" name="Google Shape;10553;p68"/>
          <p:cNvGrpSpPr/>
          <p:nvPr/>
        </p:nvGrpSpPr>
        <p:grpSpPr>
          <a:xfrm>
            <a:off x="3535175" y="3364463"/>
            <a:ext cx="315886" cy="358199"/>
            <a:chOff x="-45278675" y="2333325"/>
            <a:chExt cx="264650" cy="300100"/>
          </a:xfrm>
        </p:grpSpPr>
        <p:sp>
          <p:nvSpPr>
            <p:cNvPr id="10554" name="Google Shape;10554;p6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8" name="Google Shape;10558;p68"/>
          <p:cNvGrpSpPr/>
          <p:nvPr/>
        </p:nvGrpSpPr>
        <p:grpSpPr>
          <a:xfrm>
            <a:off x="3545500" y="3819420"/>
            <a:ext cx="295237" cy="358229"/>
            <a:chOff x="-45270025" y="2701925"/>
            <a:chExt cx="247350" cy="300125"/>
          </a:xfrm>
        </p:grpSpPr>
        <p:sp>
          <p:nvSpPr>
            <p:cNvPr id="10559" name="Google Shape;10559;p6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63" name="Google Shape;10563;p68"/>
          <p:cNvSpPr/>
          <p:nvPr/>
        </p:nvSpPr>
        <p:spPr>
          <a:xfrm>
            <a:off x="2628699" y="4289914"/>
            <a:ext cx="358199" cy="358199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4" name="Google Shape;10564;p68"/>
          <p:cNvGrpSpPr/>
          <p:nvPr/>
        </p:nvGrpSpPr>
        <p:grpSpPr>
          <a:xfrm>
            <a:off x="2209567" y="2078266"/>
            <a:ext cx="307444" cy="260626"/>
            <a:chOff x="1636184" y="2959225"/>
            <a:chExt cx="232666" cy="197250"/>
          </a:xfrm>
        </p:grpSpPr>
        <p:sp>
          <p:nvSpPr>
            <p:cNvPr id="10565" name="Google Shape;10565;p6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568" name="Google Shape;10568;p6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0569" name="Google Shape;10569;p68"/>
          <p:cNvGrpSpPr/>
          <p:nvPr/>
        </p:nvGrpSpPr>
        <p:grpSpPr>
          <a:xfrm>
            <a:off x="3577265" y="2463611"/>
            <a:ext cx="258542" cy="365154"/>
            <a:chOff x="-47300587" y="123275"/>
            <a:chExt cx="190975" cy="269725"/>
          </a:xfrm>
        </p:grpSpPr>
        <p:sp>
          <p:nvSpPr>
            <p:cNvPr id="10570" name="Google Shape;10570;p6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5" name="Google Shape;10575;p68"/>
          <p:cNvGrpSpPr/>
          <p:nvPr/>
        </p:nvGrpSpPr>
        <p:grpSpPr>
          <a:xfrm>
            <a:off x="4870788" y="1532801"/>
            <a:ext cx="342328" cy="339793"/>
            <a:chOff x="-13966675" y="1639700"/>
            <a:chExt cx="354450" cy="351825"/>
          </a:xfrm>
        </p:grpSpPr>
        <p:sp>
          <p:nvSpPr>
            <p:cNvPr id="10576" name="Google Shape;10576;p68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8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8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8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8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1" name="Google Shape;10581;p68"/>
          <p:cNvSpPr/>
          <p:nvPr/>
        </p:nvSpPr>
        <p:spPr>
          <a:xfrm>
            <a:off x="4871549" y="193973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2" name="Google Shape;10582;p68"/>
          <p:cNvSpPr/>
          <p:nvPr/>
        </p:nvSpPr>
        <p:spPr>
          <a:xfrm>
            <a:off x="4932020" y="234945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3" name="Google Shape;10583;p68"/>
          <p:cNvGrpSpPr/>
          <p:nvPr/>
        </p:nvGrpSpPr>
        <p:grpSpPr>
          <a:xfrm>
            <a:off x="6667277" y="1532487"/>
            <a:ext cx="340034" cy="340420"/>
            <a:chOff x="-12199250" y="1662675"/>
            <a:chExt cx="352075" cy="352475"/>
          </a:xfrm>
        </p:grpSpPr>
        <p:sp>
          <p:nvSpPr>
            <p:cNvPr id="10584" name="Google Shape;10584;p68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8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8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7" name="Google Shape;10587;p68"/>
          <p:cNvGrpSpPr/>
          <p:nvPr/>
        </p:nvGrpSpPr>
        <p:grpSpPr>
          <a:xfrm>
            <a:off x="6666130" y="1939354"/>
            <a:ext cx="342328" cy="342328"/>
            <a:chOff x="-12199250" y="2096250"/>
            <a:chExt cx="354450" cy="354450"/>
          </a:xfrm>
        </p:grpSpPr>
        <p:sp>
          <p:nvSpPr>
            <p:cNvPr id="10588" name="Google Shape;10588;p68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8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0" name="Google Shape;10590;p68"/>
          <p:cNvGrpSpPr/>
          <p:nvPr/>
        </p:nvGrpSpPr>
        <p:grpSpPr>
          <a:xfrm>
            <a:off x="6667277" y="2348308"/>
            <a:ext cx="340034" cy="341579"/>
            <a:chOff x="-12199250" y="2530225"/>
            <a:chExt cx="352075" cy="353675"/>
          </a:xfrm>
        </p:grpSpPr>
        <p:sp>
          <p:nvSpPr>
            <p:cNvPr id="10591" name="Google Shape;10591;p6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5" name="Google Shape;10595;p68"/>
          <p:cNvSpPr/>
          <p:nvPr/>
        </p:nvSpPr>
        <p:spPr>
          <a:xfrm>
            <a:off x="4871163" y="2779038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6" name="Google Shape;10596;p68"/>
          <p:cNvGrpSpPr/>
          <p:nvPr/>
        </p:nvGrpSpPr>
        <p:grpSpPr>
          <a:xfrm>
            <a:off x="4870788" y="3188088"/>
            <a:ext cx="342328" cy="339310"/>
            <a:chOff x="-10462550" y="2057650"/>
            <a:chExt cx="354450" cy="351325"/>
          </a:xfrm>
        </p:grpSpPr>
        <p:sp>
          <p:nvSpPr>
            <p:cNvPr id="10597" name="Google Shape;10597;p68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8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9" name="Google Shape;10599;p68"/>
          <p:cNvSpPr/>
          <p:nvPr/>
        </p:nvSpPr>
        <p:spPr>
          <a:xfrm>
            <a:off x="7591624" y="28055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0" name="Google Shape;10600;p68"/>
          <p:cNvGrpSpPr/>
          <p:nvPr/>
        </p:nvGrpSpPr>
        <p:grpSpPr>
          <a:xfrm>
            <a:off x="6649772" y="2779651"/>
            <a:ext cx="375044" cy="340541"/>
            <a:chOff x="-8692750" y="1622100"/>
            <a:chExt cx="388325" cy="352600"/>
          </a:xfrm>
        </p:grpSpPr>
        <p:sp>
          <p:nvSpPr>
            <p:cNvPr id="10601" name="Google Shape;10601;p68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8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3" name="Google Shape;10603;p68"/>
          <p:cNvGrpSpPr/>
          <p:nvPr/>
        </p:nvGrpSpPr>
        <p:grpSpPr>
          <a:xfrm>
            <a:off x="5304253" y="1531907"/>
            <a:ext cx="341555" cy="341579"/>
            <a:chOff x="-13529550" y="1639425"/>
            <a:chExt cx="353650" cy="353675"/>
          </a:xfrm>
        </p:grpSpPr>
        <p:sp>
          <p:nvSpPr>
            <p:cNvPr id="10604" name="Google Shape;10604;p68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8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8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8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8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8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8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8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2" name="Google Shape;10612;p68"/>
          <p:cNvGrpSpPr/>
          <p:nvPr/>
        </p:nvGrpSpPr>
        <p:grpSpPr>
          <a:xfrm>
            <a:off x="5303106" y="1940489"/>
            <a:ext cx="343849" cy="340058"/>
            <a:chOff x="-13531925" y="2075775"/>
            <a:chExt cx="356025" cy="352100"/>
          </a:xfrm>
        </p:grpSpPr>
        <p:sp>
          <p:nvSpPr>
            <p:cNvPr id="10613" name="Google Shape;10613;p68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8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5" name="Google Shape;10615;p68"/>
          <p:cNvGrpSpPr/>
          <p:nvPr/>
        </p:nvGrpSpPr>
        <p:grpSpPr>
          <a:xfrm>
            <a:off x="5304627" y="2348694"/>
            <a:ext cx="340807" cy="340807"/>
            <a:chOff x="-13528775" y="2507400"/>
            <a:chExt cx="352875" cy="352875"/>
          </a:xfrm>
        </p:grpSpPr>
        <p:sp>
          <p:nvSpPr>
            <p:cNvPr id="10616" name="Google Shape;10616;p68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8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8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9" name="Google Shape;10619;p68"/>
          <p:cNvSpPr/>
          <p:nvPr/>
        </p:nvSpPr>
        <p:spPr>
          <a:xfrm>
            <a:off x="7123388" y="156310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0" name="Google Shape;10620;p68"/>
          <p:cNvSpPr/>
          <p:nvPr/>
        </p:nvSpPr>
        <p:spPr>
          <a:xfrm>
            <a:off x="7123014" y="194020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1" name="Google Shape;10621;p68"/>
          <p:cNvGrpSpPr/>
          <p:nvPr/>
        </p:nvGrpSpPr>
        <p:grpSpPr>
          <a:xfrm>
            <a:off x="7140133" y="2348308"/>
            <a:ext cx="308090" cy="341579"/>
            <a:chOff x="-11747150" y="2530225"/>
            <a:chExt cx="319000" cy="353675"/>
          </a:xfrm>
        </p:grpSpPr>
        <p:sp>
          <p:nvSpPr>
            <p:cNvPr id="10622" name="Google Shape;10622;p68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8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4" name="Google Shape;10624;p68"/>
          <p:cNvGrpSpPr/>
          <p:nvPr/>
        </p:nvGrpSpPr>
        <p:grpSpPr>
          <a:xfrm>
            <a:off x="5304627" y="2779519"/>
            <a:ext cx="340807" cy="340807"/>
            <a:chOff x="-10027775" y="1622900"/>
            <a:chExt cx="352875" cy="352875"/>
          </a:xfrm>
        </p:grpSpPr>
        <p:sp>
          <p:nvSpPr>
            <p:cNvPr id="10625" name="Google Shape;10625;p68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8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8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8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8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8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31" name="Google Shape;10631;p68"/>
          <p:cNvSpPr/>
          <p:nvPr/>
        </p:nvSpPr>
        <p:spPr>
          <a:xfrm>
            <a:off x="5311472" y="3186872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32" name="Google Shape;10632;p68"/>
          <p:cNvGrpSpPr/>
          <p:nvPr/>
        </p:nvGrpSpPr>
        <p:grpSpPr>
          <a:xfrm>
            <a:off x="8031595" y="2805183"/>
            <a:ext cx="322553" cy="342328"/>
            <a:chOff x="-10019125" y="2490075"/>
            <a:chExt cx="333975" cy="354450"/>
          </a:xfrm>
        </p:grpSpPr>
        <p:sp>
          <p:nvSpPr>
            <p:cNvPr id="10633" name="Google Shape;10633;p68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8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8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8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7" name="Google Shape;10637;p68"/>
          <p:cNvGrpSpPr/>
          <p:nvPr/>
        </p:nvGrpSpPr>
        <p:grpSpPr>
          <a:xfrm>
            <a:off x="6661180" y="3186193"/>
            <a:ext cx="352227" cy="343100"/>
            <a:chOff x="-8684100" y="2032450"/>
            <a:chExt cx="364700" cy="355250"/>
          </a:xfrm>
        </p:grpSpPr>
        <p:sp>
          <p:nvSpPr>
            <p:cNvPr id="10638" name="Google Shape;10638;p68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8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8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1" name="Google Shape;10641;p68"/>
          <p:cNvSpPr/>
          <p:nvPr/>
        </p:nvSpPr>
        <p:spPr>
          <a:xfrm>
            <a:off x="5773709" y="153229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2" name="Google Shape;10642;p68"/>
          <p:cNvGrpSpPr/>
          <p:nvPr/>
        </p:nvGrpSpPr>
        <p:grpSpPr>
          <a:xfrm>
            <a:off x="5752039" y="1939656"/>
            <a:ext cx="343849" cy="341724"/>
            <a:chOff x="-13095575" y="2073400"/>
            <a:chExt cx="356025" cy="353825"/>
          </a:xfrm>
        </p:grpSpPr>
        <p:sp>
          <p:nvSpPr>
            <p:cNvPr id="10643" name="Google Shape;10643;p68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8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8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8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8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8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8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8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1" name="Google Shape;10651;p68"/>
          <p:cNvSpPr/>
          <p:nvPr/>
        </p:nvSpPr>
        <p:spPr>
          <a:xfrm>
            <a:off x="5753174" y="234869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2" name="Google Shape;10652;p68"/>
          <p:cNvGrpSpPr/>
          <p:nvPr/>
        </p:nvGrpSpPr>
        <p:grpSpPr>
          <a:xfrm>
            <a:off x="7576787" y="1531485"/>
            <a:ext cx="343100" cy="342424"/>
            <a:chOff x="-11332875" y="1660700"/>
            <a:chExt cx="355250" cy="354550"/>
          </a:xfrm>
        </p:grpSpPr>
        <p:sp>
          <p:nvSpPr>
            <p:cNvPr id="10653" name="Google Shape;10653;p68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8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8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8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7" name="Google Shape;10657;p68"/>
          <p:cNvSpPr/>
          <p:nvPr/>
        </p:nvSpPr>
        <p:spPr>
          <a:xfrm>
            <a:off x="7575652" y="194087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8" name="Google Shape;10658;p68"/>
          <p:cNvSpPr/>
          <p:nvPr/>
        </p:nvSpPr>
        <p:spPr>
          <a:xfrm>
            <a:off x="7576413" y="236960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9" name="Google Shape;10659;p68"/>
          <p:cNvGrpSpPr/>
          <p:nvPr/>
        </p:nvGrpSpPr>
        <p:grpSpPr>
          <a:xfrm>
            <a:off x="5774096" y="2777997"/>
            <a:ext cx="299736" cy="343849"/>
            <a:chOff x="-9570950" y="1622100"/>
            <a:chExt cx="310350" cy="356025"/>
          </a:xfrm>
        </p:grpSpPr>
        <p:sp>
          <p:nvSpPr>
            <p:cNvPr id="10660" name="Google Shape;10660;p68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8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68"/>
          <p:cNvGrpSpPr/>
          <p:nvPr/>
        </p:nvGrpSpPr>
        <p:grpSpPr>
          <a:xfrm>
            <a:off x="5752800" y="3186953"/>
            <a:ext cx="342328" cy="341579"/>
            <a:chOff x="-9594575" y="2056875"/>
            <a:chExt cx="354450" cy="353675"/>
          </a:xfrm>
        </p:grpSpPr>
        <p:sp>
          <p:nvSpPr>
            <p:cNvPr id="10663" name="Google Shape;10663;p68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8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8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6" name="Google Shape;10666;p68"/>
          <p:cNvSpPr/>
          <p:nvPr/>
        </p:nvSpPr>
        <p:spPr>
          <a:xfrm>
            <a:off x="7123002" y="3217391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7" name="Google Shape;10667;p68"/>
          <p:cNvGrpSpPr/>
          <p:nvPr/>
        </p:nvGrpSpPr>
        <p:grpSpPr>
          <a:xfrm>
            <a:off x="6208482" y="1532293"/>
            <a:ext cx="342328" cy="340807"/>
            <a:chOff x="-12661600" y="1640225"/>
            <a:chExt cx="354450" cy="352875"/>
          </a:xfrm>
        </p:grpSpPr>
        <p:sp>
          <p:nvSpPr>
            <p:cNvPr id="10668" name="Google Shape;10668;p68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8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8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1" name="Google Shape;10671;p68"/>
          <p:cNvGrpSpPr/>
          <p:nvPr/>
        </p:nvGrpSpPr>
        <p:grpSpPr>
          <a:xfrm>
            <a:off x="6208857" y="1960831"/>
            <a:ext cx="341579" cy="299374"/>
            <a:chOff x="-12660025" y="2096250"/>
            <a:chExt cx="353675" cy="309975"/>
          </a:xfrm>
        </p:grpSpPr>
        <p:sp>
          <p:nvSpPr>
            <p:cNvPr id="10672" name="Google Shape;10672;p68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8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8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8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8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8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8" name="Google Shape;10678;p68"/>
          <p:cNvGrpSpPr/>
          <p:nvPr/>
        </p:nvGrpSpPr>
        <p:grpSpPr>
          <a:xfrm>
            <a:off x="6207335" y="2348127"/>
            <a:ext cx="344622" cy="341941"/>
            <a:chOff x="-12663175" y="2506800"/>
            <a:chExt cx="356825" cy="354050"/>
          </a:xfrm>
        </p:grpSpPr>
        <p:sp>
          <p:nvSpPr>
            <p:cNvPr id="10679" name="Google Shape;10679;p68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8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8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8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3" name="Google Shape;10683;p68"/>
          <p:cNvGrpSpPr/>
          <p:nvPr/>
        </p:nvGrpSpPr>
        <p:grpSpPr>
          <a:xfrm>
            <a:off x="8022468" y="1531907"/>
            <a:ext cx="340807" cy="341579"/>
            <a:chOff x="-10896525" y="1663050"/>
            <a:chExt cx="352875" cy="353675"/>
          </a:xfrm>
        </p:grpSpPr>
        <p:sp>
          <p:nvSpPr>
            <p:cNvPr id="10684" name="Google Shape;10684;p68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8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6" name="Google Shape;10686;p68"/>
          <p:cNvSpPr/>
          <p:nvPr/>
        </p:nvSpPr>
        <p:spPr>
          <a:xfrm>
            <a:off x="8061643" y="193965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7" name="Google Shape;10687;p68"/>
          <p:cNvGrpSpPr/>
          <p:nvPr/>
        </p:nvGrpSpPr>
        <p:grpSpPr>
          <a:xfrm>
            <a:off x="8022082" y="2359342"/>
            <a:ext cx="341579" cy="319511"/>
            <a:chOff x="-10898100" y="2542050"/>
            <a:chExt cx="353675" cy="330825"/>
          </a:xfrm>
        </p:grpSpPr>
        <p:sp>
          <p:nvSpPr>
            <p:cNvPr id="10688" name="Google Shape;10688;p68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8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8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8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8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8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4" name="Google Shape;10694;p68"/>
          <p:cNvGrpSpPr/>
          <p:nvPr/>
        </p:nvGrpSpPr>
        <p:grpSpPr>
          <a:xfrm>
            <a:off x="6209617" y="2780207"/>
            <a:ext cx="340058" cy="339430"/>
            <a:chOff x="-9157450" y="1622750"/>
            <a:chExt cx="352100" cy="351450"/>
          </a:xfrm>
        </p:grpSpPr>
        <p:sp>
          <p:nvSpPr>
            <p:cNvPr id="10695" name="Google Shape;10695;p68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8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7" name="Google Shape;10697;p68"/>
          <p:cNvGrpSpPr/>
          <p:nvPr/>
        </p:nvGrpSpPr>
        <p:grpSpPr>
          <a:xfrm>
            <a:off x="6247658" y="3188474"/>
            <a:ext cx="263977" cy="338537"/>
            <a:chOff x="-9119650" y="2056875"/>
            <a:chExt cx="273325" cy="350525"/>
          </a:xfrm>
        </p:grpSpPr>
        <p:sp>
          <p:nvSpPr>
            <p:cNvPr id="10698" name="Google Shape;10698;p68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8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00" name="Google Shape;10700;p68"/>
          <p:cNvSpPr/>
          <p:nvPr/>
        </p:nvSpPr>
        <p:spPr>
          <a:xfrm>
            <a:off x="8022842" y="3217399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1" name="Google Shape;10701;p68"/>
          <p:cNvSpPr/>
          <p:nvPr/>
        </p:nvSpPr>
        <p:spPr>
          <a:xfrm>
            <a:off x="7143562" y="2779147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02" name="Google Shape;10702;p68"/>
          <p:cNvGrpSpPr/>
          <p:nvPr/>
        </p:nvGrpSpPr>
        <p:grpSpPr>
          <a:xfrm>
            <a:off x="7576790" y="3217879"/>
            <a:ext cx="343094" cy="341569"/>
            <a:chOff x="6001575" y="3119050"/>
            <a:chExt cx="315025" cy="313625"/>
          </a:xfrm>
        </p:grpSpPr>
        <p:sp>
          <p:nvSpPr>
            <p:cNvPr id="10703" name="Google Shape;10703;p68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8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08" name="Shape 10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9" name="Google Shape;10709;p69"/>
          <p:cNvSpPr/>
          <p:nvPr/>
        </p:nvSpPr>
        <p:spPr>
          <a:xfrm>
            <a:off x="901486" y="1688459"/>
            <a:ext cx="361250" cy="473920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0" name="Google Shape;10710;p69"/>
          <p:cNvGrpSpPr/>
          <p:nvPr/>
        </p:nvGrpSpPr>
        <p:grpSpPr>
          <a:xfrm>
            <a:off x="845233" y="2273195"/>
            <a:ext cx="476329" cy="476213"/>
            <a:chOff x="-21298675" y="2414425"/>
            <a:chExt cx="306400" cy="306325"/>
          </a:xfrm>
        </p:grpSpPr>
        <p:sp>
          <p:nvSpPr>
            <p:cNvPr id="10711" name="Google Shape;10711;p6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4" name="Google Shape;10714;p69"/>
          <p:cNvGrpSpPr/>
          <p:nvPr/>
        </p:nvGrpSpPr>
        <p:grpSpPr>
          <a:xfrm>
            <a:off x="844611" y="2865128"/>
            <a:ext cx="477573" cy="445432"/>
            <a:chOff x="-21299475" y="2798025"/>
            <a:chExt cx="307200" cy="286525"/>
          </a:xfrm>
        </p:grpSpPr>
        <p:sp>
          <p:nvSpPr>
            <p:cNvPr id="10715" name="Google Shape;10715;p6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6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7" name="Google Shape;10727;p69"/>
          <p:cNvSpPr/>
          <p:nvPr/>
        </p:nvSpPr>
        <p:spPr>
          <a:xfrm>
            <a:off x="3766168" y="1689838"/>
            <a:ext cx="472676" cy="47116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8" name="Google Shape;10728;p69"/>
          <p:cNvSpPr/>
          <p:nvPr/>
        </p:nvSpPr>
        <p:spPr>
          <a:xfrm>
            <a:off x="3765566" y="2273932"/>
            <a:ext cx="473881" cy="47512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9" name="Google Shape;10729;p69"/>
          <p:cNvSpPr/>
          <p:nvPr/>
        </p:nvSpPr>
        <p:spPr>
          <a:xfrm>
            <a:off x="3757598" y="2851126"/>
            <a:ext cx="489816" cy="473881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0" name="Google Shape;10730;p69"/>
          <p:cNvGrpSpPr/>
          <p:nvPr/>
        </p:nvGrpSpPr>
        <p:grpSpPr>
          <a:xfrm>
            <a:off x="6713966" y="1688917"/>
            <a:ext cx="413912" cy="472676"/>
            <a:chOff x="-17545650" y="2051350"/>
            <a:chExt cx="266250" cy="304050"/>
          </a:xfrm>
        </p:grpSpPr>
        <p:sp>
          <p:nvSpPr>
            <p:cNvPr id="10731" name="Google Shape;10731;p6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5" name="Google Shape;10735;p69"/>
          <p:cNvSpPr/>
          <p:nvPr/>
        </p:nvSpPr>
        <p:spPr>
          <a:xfrm>
            <a:off x="6682919" y="2273951"/>
            <a:ext cx="473881" cy="475086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6" name="Google Shape;10736;p69"/>
          <p:cNvGrpSpPr/>
          <p:nvPr/>
        </p:nvGrpSpPr>
        <p:grpSpPr>
          <a:xfrm>
            <a:off x="6684584" y="2865574"/>
            <a:ext cx="472676" cy="444538"/>
            <a:chOff x="-17565350" y="2809825"/>
            <a:chExt cx="304050" cy="285950"/>
          </a:xfrm>
        </p:grpSpPr>
        <p:sp>
          <p:nvSpPr>
            <p:cNvPr id="10737" name="Google Shape;10737;p6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2" name="Google Shape;10742;p69"/>
          <p:cNvSpPr/>
          <p:nvPr/>
        </p:nvSpPr>
        <p:spPr>
          <a:xfrm>
            <a:off x="2680515" y="3446569"/>
            <a:ext cx="360006" cy="471471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3" name="Google Shape;10743;p69"/>
          <p:cNvSpPr/>
          <p:nvPr/>
        </p:nvSpPr>
        <p:spPr>
          <a:xfrm>
            <a:off x="1428633" y="1688459"/>
            <a:ext cx="471471" cy="473920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4" name="Google Shape;10744;p69"/>
          <p:cNvSpPr/>
          <p:nvPr/>
        </p:nvSpPr>
        <p:spPr>
          <a:xfrm>
            <a:off x="1428633" y="2274689"/>
            <a:ext cx="471471" cy="473609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5" name="Google Shape;10745;p69"/>
          <p:cNvGrpSpPr/>
          <p:nvPr/>
        </p:nvGrpSpPr>
        <p:grpSpPr>
          <a:xfrm>
            <a:off x="1457493" y="2850904"/>
            <a:ext cx="416283" cy="473881"/>
            <a:chOff x="-20904875" y="2788575"/>
            <a:chExt cx="267775" cy="304825"/>
          </a:xfrm>
        </p:grpSpPr>
        <p:sp>
          <p:nvSpPr>
            <p:cNvPr id="10746" name="Google Shape;10746;p6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8" name="Google Shape;10748;p69"/>
          <p:cNvGrpSpPr/>
          <p:nvPr/>
        </p:nvGrpSpPr>
        <p:grpSpPr>
          <a:xfrm>
            <a:off x="4397908" y="2275564"/>
            <a:ext cx="360045" cy="471471"/>
            <a:chOff x="-19006700" y="2434925"/>
            <a:chExt cx="231600" cy="303275"/>
          </a:xfrm>
        </p:grpSpPr>
        <p:sp>
          <p:nvSpPr>
            <p:cNvPr id="10749" name="Google Shape;10749;p6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3" name="Google Shape;10753;p69"/>
          <p:cNvSpPr/>
          <p:nvPr/>
        </p:nvSpPr>
        <p:spPr>
          <a:xfrm>
            <a:off x="4340441" y="2851728"/>
            <a:ext cx="472676" cy="472676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4" name="Google Shape;10754;p69"/>
          <p:cNvSpPr/>
          <p:nvPr/>
        </p:nvSpPr>
        <p:spPr>
          <a:xfrm>
            <a:off x="7304850" y="1688478"/>
            <a:ext cx="415117" cy="473881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5" name="Google Shape;10755;p69"/>
          <p:cNvGrpSpPr/>
          <p:nvPr/>
        </p:nvGrpSpPr>
        <p:grpSpPr>
          <a:xfrm>
            <a:off x="7276507" y="2289051"/>
            <a:ext cx="473881" cy="444499"/>
            <a:chOff x="-17190425" y="2435725"/>
            <a:chExt cx="304825" cy="285925"/>
          </a:xfrm>
        </p:grpSpPr>
        <p:sp>
          <p:nvSpPr>
            <p:cNvPr id="10756" name="Google Shape;10756;p6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9" name="Google Shape;10759;p69"/>
          <p:cNvSpPr/>
          <p:nvPr/>
        </p:nvSpPr>
        <p:spPr>
          <a:xfrm>
            <a:off x="7277916" y="2853555"/>
            <a:ext cx="468984" cy="469023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0" name="Google Shape;10760;p69"/>
          <p:cNvGrpSpPr/>
          <p:nvPr/>
        </p:nvGrpSpPr>
        <p:grpSpPr>
          <a:xfrm>
            <a:off x="4931233" y="3444650"/>
            <a:ext cx="476329" cy="475086"/>
            <a:chOff x="-15719925" y="2416825"/>
            <a:chExt cx="306400" cy="305600"/>
          </a:xfrm>
        </p:grpSpPr>
        <p:sp>
          <p:nvSpPr>
            <p:cNvPr id="10761" name="Google Shape;10761;p6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64" name="Google Shape;10764;p69"/>
          <p:cNvSpPr/>
          <p:nvPr/>
        </p:nvSpPr>
        <p:spPr>
          <a:xfrm>
            <a:off x="2017508" y="1687545"/>
            <a:ext cx="477534" cy="475746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5" name="Google Shape;10765;p69"/>
          <p:cNvSpPr/>
          <p:nvPr/>
        </p:nvSpPr>
        <p:spPr>
          <a:xfrm>
            <a:off x="2019335" y="2331824"/>
            <a:ext cx="473881" cy="359346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6" name="Google Shape;10766;p69"/>
          <p:cNvGrpSpPr/>
          <p:nvPr/>
        </p:nvGrpSpPr>
        <p:grpSpPr>
          <a:xfrm>
            <a:off x="2017527" y="2851506"/>
            <a:ext cx="479983" cy="472676"/>
            <a:chOff x="-20550425" y="2789350"/>
            <a:chExt cx="308750" cy="304050"/>
          </a:xfrm>
        </p:grpSpPr>
        <p:sp>
          <p:nvSpPr>
            <p:cNvPr id="10767" name="Google Shape;10767;p6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9" name="Google Shape;10769;p69"/>
          <p:cNvGrpSpPr/>
          <p:nvPr/>
        </p:nvGrpSpPr>
        <p:grpSpPr>
          <a:xfrm>
            <a:off x="4932894" y="1688158"/>
            <a:ext cx="473920" cy="474192"/>
            <a:chOff x="-18666450" y="2059825"/>
            <a:chExt cx="304850" cy="305025"/>
          </a:xfrm>
        </p:grpSpPr>
        <p:sp>
          <p:nvSpPr>
            <p:cNvPr id="10770" name="Google Shape;10770;p6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2" name="Google Shape;10772;p69"/>
          <p:cNvGrpSpPr/>
          <p:nvPr/>
        </p:nvGrpSpPr>
        <p:grpSpPr>
          <a:xfrm>
            <a:off x="4932292" y="2275584"/>
            <a:ext cx="475125" cy="471432"/>
            <a:chOff x="-18668025" y="2435725"/>
            <a:chExt cx="305625" cy="303250"/>
          </a:xfrm>
        </p:grpSpPr>
        <p:sp>
          <p:nvSpPr>
            <p:cNvPr id="10773" name="Google Shape;10773;p6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5" name="Google Shape;10775;p69"/>
          <p:cNvGrpSpPr/>
          <p:nvPr/>
        </p:nvGrpSpPr>
        <p:grpSpPr>
          <a:xfrm>
            <a:off x="4931689" y="2850902"/>
            <a:ext cx="476329" cy="473881"/>
            <a:chOff x="-18668800" y="2807475"/>
            <a:chExt cx="306400" cy="304825"/>
          </a:xfrm>
        </p:grpSpPr>
        <p:sp>
          <p:nvSpPr>
            <p:cNvPr id="10776" name="Google Shape;10776;p6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5" name="Google Shape;10785;p69"/>
          <p:cNvGrpSpPr/>
          <p:nvPr/>
        </p:nvGrpSpPr>
        <p:grpSpPr>
          <a:xfrm>
            <a:off x="7885658" y="1687693"/>
            <a:ext cx="416361" cy="475125"/>
            <a:chOff x="-16798200" y="2050575"/>
            <a:chExt cx="267825" cy="305625"/>
          </a:xfrm>
        </p:grpSpPr>
        <p:sp>
          <p:nvSpPr>
            <p:cNvPr id="10786" name="Google Shape;10786;p6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9" name="Google Shape;10789;p69"/>
          <p:cNvGrpSpPr/>
          <p:nvPr/>
        </p:nvGrpSpPr>
        <p:grpSpPr>
          <a:xfrm>
            <a:off x="7856276" y="2852127"/>
            <a:ext cx="475125" cy="471432"/>
            <a:chOff x="-16817100" y="2801175"/>
            <a:chExt cx="305625" cy="303250"/>
          </a:xfrm>
        </p:grpSpPr>
        <p:sp>
          <p:nvSpPr>
            <p:cNvPr id="10790" name="Google Shape;10790;p6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8" name="Google Shape;10798;p69"/>
          <p:cNvGrpSpPr/>
          <p:nvPr/>
        </p:nvGrpSpPr>
        <p:grpSpPr>
          <a:xfrm>
            <a:off x="7263396" y="3444614"/>
            <a:ext cx="476329" cy="475125"/>
            <a:chOff x="-15717575" y="2786200"/>
            <a:chExt cx="306400" cy="305625"/>
          </a:xfrm>
        </p:grpSpPr>
        <p:sp>
          <p:nvSpPr>
            <p:cNvPr id="10799" name="Google Shape;10799;p6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6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6" name="Google Shape;10806;p69"/>
          <p:cNvGrpSpPr/>
          <p:nvPr/>
        </p:nvGrpSpPr>
        <p:grpSpPr>
          <a:xfrm>
            <a:off x="2600969" y="1688296"/>
            <a:ext cx="475125" cy="473920"/>
            <a:chOff x="-20173175" y="2038750"/>
            <a:chExt cx="305625" cy="304850"/>
          </a:xfrm>
        </p:grpSpPr>
        <p:sp>
          <p:nvSpPr>
            <p:cNvPr id="10807" name="Google Shape;10807;p6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9" name="Google Shape;10809;p69"/>
          <p:cNvSpPr/>
          <p:nvPr/>
        </p:nvSpPr>
        <p:spPr>
          <a:xfrm>
            <a:off x="2600972" y="2275467"/>
            <a:ext cx="472676" cy="472054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0" name="Google Shape;10810;p69"/>
          <p:cNvGrpSpPr/>
          <p:nvPr/>
        </p:nvGrpSpPr>
        <p:grpSpPr>
          <a:xfrm>
            <a:off x="2602193" y="2850282"/>
            <a:ext cx="472676" cy="475125"/>
            <a:chOff x="-20173175" y="2787775"/>
            <a:chExt cx="304050" cy="305625"/>
          </a:xfrm>
        </p:grpSpPr>
        <p:sp>
          <p:nvSpPr>
            <p:cNvPr id="10811" name="Google Shape;10811;p6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8" name="Google Shape;10818;p69"/>
          <p:cNvGrpSpPr/>
          <p:nvPr/>
        </p:nvGrpSpPr>
        <p:grpSpPr>
          <a:xfrm>
            <a:off x="5527177" y="2275564"/>
            <a:ext cx="473881" cy="471471"/>
            <a:chOff x="-18294675" y="2434925"/>
            <a:chExt cx="304825" cy="303275"/>
          </a:xfrm>
        </p:grpSpPr>
        <p:sp>
          <p:nvSpPr>
            <p:cNvPr id="10819" name="Google Shape;10819;p6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69"/>
          <p:cNvGrpSpPr/>
          <p:nvPr/>
        </p:nvGrpSpPr>
        <p:grpSpPr>
          <a:xfrm>
            <a:off x="5583492" y="2852107"/>
            <a:ext cx="361250" cy="471471"/>
            <a:chOff x="-18258450" y="2809825"/>
            <a:chExt cx="232375" cy="303275"/>
          </a:xfrm>
        </p:grpSpPr>
        <p:sp>
          <p:nvSpPr>
            <p:cNvPr id="10823" name="Google Shape;10823;p6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6" name="Google Shape;10826;p69"/>
          <p:cNvSpPr/>
          <p:nvPr/>
        </p:nvSpPr>
        <p:spPr>
          <a:xfrm>
            <a:off x="1456589" y="3444743"/>
            <a:ext cx="471471" cy="47512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7" name="Google Shape;10827;p69"/>
          <p:cNvGrpSpPr/>
          <p:nvPr/>
        </p:nvGrpSpPr>
        <p:grpSpPr>
          <a:xfrm>
            <a:off x="3793692" y="3445233"/>
            <a:ext cx="415117" cy="473920"/>
            <a:chOff x="-16422500" y="2425450"/>
            <a:chExt cx="267025" cy="304850"/>
          </a:xfrm>
        </p:grpSpPr>
        <p:sp>
          <p:nvSpPr>
            <p:cNvPr id="10828" name="Google Shape;10828;p6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1" name="Google Shape;10831;p69"/>
          <p:cNvGrpSpPr/>
          <p:nvPr/>
        </p:nvGrpSpPr>
        <p:grpSpPr>
          <a:xfrm>
            <a:off x="6096453" y="3445838"/>
            <a:ext cx="473920" cy="472676"/>
            <a:chOff x="-16442200" y="2801175"/>
            <a:chExt cx="304850" cy="304050"/>
          </a:xfrm>
        </p:grpSpPr>
        <p:sp>
          <p:nvSpPr>
            <p:cNvPr id="10832" name="Google Shape;10832;p6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5" name="Google Shape;10835;p69"/>
          <p:cNvSpPr/>
          <p:nvPr/>
        </p:nvSpPr>
        <p:spPr>
          <a:xfrm>
            <a:off x="3207661" y="3447191"/>
            <a:ext cx="471432" cy="470228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6" name="Google Shape;10836;p69"/>
          <p:cNvSpPr/>
          <p:nvPr/>
        </p:nvSpPr>
        <p:spPr>
          <a:xfrm>
            <a:off x="3174039" y="1706376"/>
            <a:ext cx="475125" cy="43808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7" name="Google Shape;10837;p69"/>
          <p:cNvGrpSpPr/>
          <p:nvPr/>
        </p:nvGrpSpPr>
        <p:grpSpPr>
          <a:xfrm>
            <a:off x="3172167" y="2276343"/>
            <a:ext cx="481265" cy="469917"/>
            <a:chOff x="-19802200" y="2416025"/>
            <a:chExt cx="309575" cy="302275"/>
          </a:xfrm>
        </p:grpSpPr>
        <p:sp>
          <p:nvSpPr>
            <p:cNvPr id="10838" name="Google Shape;10838;p6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3" name="Google Shape;10843;p69"/>
          <p:cNvGrpSpPr/>
          <p:nvPr/>
        </p:nvGrpSpPr>
        <p:grpSpPr>
          <a:xfrm>
            <a:off x="3175238" y="2851506"/>
            <a:ext cx="475125" cy="472676"/>
            <a:chOff x="-19801400" y="2788575"/>
            <a:chExt cx="305625" cy="304050"/>
          </a:xfrm>
        </p:grpSpPr>
        <p:sp>
          <p:nvSpPr>
            <p:cNvPr id="10844" name="Google Shape;10844;p6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0" name="Google Shape;10850;p69"/>
          <p:cNvGrpSpPr/>
          <p:nvPr/>
        </p:nvGrpSpPr>
        <p:grpSpPr>
          <a:xfrm>
            <a:off x="6130314" y="1688916"/>
            <a:ext cx="422463" cy="472676"/>
            <a:chOff x="-17903225" y="2060800"/>
            <a:chExt cx="271750" cy="304050"/>
          </a:xfrm>
        </p:grpSpPr>
        <p:sp>
          <p:nvSpPr>
            <p:cNvPr id="10851" name="Google Shape;10851;p6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4" name="Google Shape;10854;p69"/>
          <p:cNvGrpSpPr/>
          <p:nvPr/>
        </p:nvGrpSpPr>
        <p:grpSpPr>
          <a:xfrm>
            <a:off x="6104605" y="2274962"/>
            <a:ext cx="473881" cy="472676"/>
            <a:chOff x="-17918975" y="2435725"/>
            <a:chExt cx="304825" cy="304050"/>
          </a:xfrm>
        </p:grpSpPr>
        <p:sp>
          <p:nvSpPr>
            <p:cNvPr id="10855" name="Google Shape;10855;p6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7" name="Google Shape;10857;p69"/>
          <p:cNvGrpSpPr/>
          <p:nvPr/>
        </p:nvGrpSpPr>
        <p:grpSpPr>
          <a:xfrm>
            <a:off x="6133365" y="2852729"/>
            <a:ext cx="416361" cy="470228"/>
            <a:chOff x="-17899300" y="2810625"/>
            <a:chExt cx="267825" cy="302475"/>
          </a:xfrm>
        </p:grpSpPr>
        <p:sp>
          <p:nvSpPr>
            <p:cNvPr id="10858" name="Google Shape;10858;p6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1" name="Google Shape;10861;p69"/>
          <p:cNvGrpSpPr/>
          <p:nvPr/>
        </p:nvGrpSpPr>
        <p:grpSpPr>
          <a:xfrm>
            <a:off x="2039218" y="3461166"/>
            <a:ext cx="472676" cy="442089"/>
            <a:chOff x="-16066500" y="2060800"/>
            <a:chExt cx="304050" cy="284375"/>
          </a:xfrm>
        </p:grpSpPr>
        <p:sp>
          <p:nvSpPr>
            <p:cNvPr id="10862" name="Google Shape;10862;p6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7" name="Google Shape;10867;p69"/>
          <p:cNvSpPr/>
          <p:nvPr/>
        </p:nvSpPr>
        <p:spPr>
          <a:xfrm>
            <a:off x="4344952" y="3444762"/>
            <a:ext cx="475125" cy="475086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8" name="Google Shape;10868;p69"/>
          <p:cNvSpPr/>
          <p:nvPr/>
        </p:nvSpPr>
        <p:spPr>
          <a:xfrm>
            <a:off x="6718741" y="3444898"/>
            <a:ext cx="391876" cy="474814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9" name="Google Shape;10869;p69"/>
          <p:cNvSpPr/>
          <p:nvPr/>
        </p:nvSpPr>
        <p:spPr>
          <a:xfrm>
            <a:off x="5513765" y="3446880"/>
            <a:ext cx="475086" cy="470849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70" name="Google Shape;10870;p69"/>
          <p:cNvGrpSpPr/>
          <p:nvPr/>
        </p:nvGrpSpPr>
        <p:grpSpPr>
          <a:xfrm>
            <a:off x="7923925" y="2297751"/>
            <a:ext cx="368362" cy="419314"/>
            <a:chOff x="4995050" y="3245650"/>
            <a:chExt cx="236950" cy="269725"/>
          </a:xfrm>
        </p:grpSpPr>
        <p:sp>
          <p:nvSpPr>
            <p:cNvPr id="10871" name="Google Shape;10871;p6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74" name="Google Shape;10874;p6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0875" name="Google Shape;10875;p6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6" name="Google Shape;10876;p6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77" name="Google Shape;10877;p69"/>
          <p:cNvGrpSpPr/>
          <p:nvPr/>
        </p:nvGrpSpPr>
        <p:grpSpPr>
          <a:xfrm>
            <a:off x="5523718" y="1689744"/>
            <a:ext cx="483749" cy="481292"/>
            <a:chOff x="4724650" y="2885700"/>
            <a:chExt cx="270750" cy="269375"/>
          </a:xfrm>
        </p:grpSpPr>
        <p:sp>
          <p:nvSpPr>
            <p:cNvPr id="10878" name="Google Shape;10878;p6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5" name="Google Shape;10885;p69"/>
          <p:cNvGrpSpPr/>
          <p:nvPr/>
        </p:nvGrpSpPr>
        <p:grpSpPr>
          <a:xfrm>
            <a:off x="4390823" y="1683870"/>
            <a:ext cx="389425" cy="467822"/>
            <a:chOff x="4459350" y="2882125"/>
            <a:chExt cx="228375" cy="274350"/>
          </a:xfrm>
        </p:grpSpPr>
        <p:sp>
          <p:nvSpPr>
            <p:cNvPr id="10886" name="Google Shape;10886;p6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891" name="Google Shape;10891;p6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10892" name="Google Shape;10892;p69"/>
          <p:cNvSpPr txBox="1"/>
          <p:nvPr/>
        </p:nvSpPr>
        <p:spPr>
          <a:xfrm>
            <a:off x="1220500" y="10858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Nature Icons</a:t>
            </a:r>
            <a:endParaRPr sz="2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896" name="Shape 10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7" name="Google Shape;10897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98" name="Google Shape;10898;p70"/>
          <p:cNvSpPr/>
          <p:nvPr/>
        </p:nvSpPr>
        <p:spPr>
          <a:xfrm>
            <a:off x="844100" y="1630139"/>
            <a:ext cx="433284" cy="422781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9" name="Google Shape;10899;p70"/>
          <p:cNvGrpSpPr/>
          <p:nvPr/>
        </p:nvGrpSpPr>
        <p:grpSpPr>
          <a:xfrm>
            <a:off x="847082" y="2140412"/>
            <a:ext cx="426462" cy="420796"/>
            <a:chOff x="-6713450" y="2397900"/>
            <a:chExt cx="295375" cy="291450"/>
          </a:xfrm>
        </p:grpSpPr>
        <p:sp>
          <p:nvSpPr>
            <p:cNvPr id="10900" name="Google Shape;10900;p7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02" name="Google Shape;10902;p70"/>
          <p:cNvSpPr/>
          <p:nvPr/>
        </p:nvSpPr>
        <p:spPr>
          <a:xfrm>
            <a:off x="859424" y="2660229"/>
            <a:ext cx="426499" cy="421914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3" name="Google Shape;10903;p70"/>
          <p:cNvGrpSpPr/>
          <p:nvPr/>
        </p:nvGrpSpPr>
        <p:grpSpPr>
          <a:xfrm>
            <a:off x="3551844" y="1631401"/>
            <a:ext cx="423069" cy="420507"/>
            <a:chOff x="-4932650" y="2046625"/>
            <a:chExt cx="293025" cy="291250"/>
          </a:xfrm>
        </p:grpSpPr>
        <p:sp>
          <p:nvSpPr>
            <p:cNvPr id="10904" name="Google Shape;10904;p7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06" name="Google Shape;10906;p70"/>
          <p:cNvSpPr/>
          <p:nvPr/>
        </p:nvSpPr>
        <p:spPr>
          <a:xfrm>
            <a:off x="3553296" y="2140826"/>
            <a:ext cx="420796" cy="419677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7" name="Google Shape;10907;p70"/>
          <p:cNvGrpSpPr/>
          <p:nvPr/>
        </p:nvGrpSpPr>
        <p:grpSpPr>
          <a:xfrm>
            <a:off x="3563775" y="2660957"/>
            <a:ext cx="423069" cy="420796"/>
            <a:chOff x="-4931075" y="2765725"/>
            <a:chExt cx="293025" cy="291450"/>
          </a:xfrm>
        </p:grpSpPr>
        <p:sp>
          <p:nvSpPr>
            <p:cNvPr id="10908" name="Google Shape;10908;p7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0" name="Google Shape;10910;p70"/>
          <p:cNvGrpSpPr/>
          <p:nvPr/>
        </p:nvGrpSpPr>
        <p:grpSpPr>
          <a:xfrm>
            <a:off x="6269343" y="1656289"/>
            <a:ext cx="420796" cy="370732"/>
            <a:chOff x="-3137650" y="2067900"/>
            <a:chExt cx="291450" cy="256775"/>
          </a:xfrm>
        </p:grpSpPr>
        <p:sp>
          <p:nvSpPr>
            <p:cNvPr id="10911" name="Google Shape;10911;p7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7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4" name="Google Shape;10914;p70"/>
          <p:cNvGrpSpPr/>
          <p:nvPr/>
        </p:nvGrpSpPr>
        <p:grpSpPr>
          <a:xfrm>
            <a:off x="6269343" y="2139926"/>
            <a:ext cx="420796" cy="421770"/>
            <a:chOff x="-3137650" y="2408950"/>
            <a:chExt cx="291450" cy="292125"/>
          </a:xfrm>
        </p:grpSpPr>
        <p:sp>
          <p:nvSpPr>
            <p:cNvPr id="10915" name="Google Shape;10915;p7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0" name="Google Shape;10920;p70"/>
          <p:cNvGrpSpPr/>
          <p:nvPr/>
        </p:nvGrpSpPr>
        <p:grpSpPr>
          <a:xfrm>
            <a:off x="6281274" y="2685412"/>
            <a:ext cx="420796" cy="371887"/>
            <a:chOff x="-3137650" y="2787000"/>
            <a:chExt cx="291450" cy="257575"/>
          </a:xfrm>
        </p:grpSpPr>
        <p:sp>
          <p:nvSpPr>
            <p:cNvPr id="10921" name="Google Shape;10921;p7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7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29" name="Google Shape;10929;p70"/>
          <p:cNvSpPr/>
          <p:nvPr/>
        </p:nvSpPr>
        <p:spPr>
          <a:xfrm>
            <a:off x="1359134" y="3294616"/>
            <a:ext cx="420796" cy="295690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70"/>
          <p:cNvSpPr/>
          <p:nvPr/>
        </p:nvSpPr>
        <p:spPr>
          <a:xfrm>
            <a:off x="1387926" y="1630482"/>
            <a:ext cx="421914" cy="42209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70"/>
          <p:cNvSpPr/>
          <p:nvPr/>
        </p:nvSpPr>
        <p:spPr>
          <a:xfrm>
            <a:off x="1386211" y="2139274"/>
            <a:ext cx="425343" cy="422781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32" name="Google Shape;10932;p70"/>
          <p:cNvGrpSpPr/>
          <p:nvPr/>
        </p:nvGrpSpPr>
        <p:grpSpPr>
          <a:xfrm>
            <a:off x="1399451" y="2660397"/>
            <a:ext cx="421914" cy="421914"/>
            <a:chOff x="-6354300" y="2757075"/>
            <a:chExt cx="292225" cy="292225"/>
          </a:xfrm>
        </p:grpSpPr>
        <p:sp>
          <p:nvSpPr>
            <p:cNvPr id="10933" name="Google Shape;10933;p7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7" name="Google Shape;10937;p70"/>
          <p:cNvGrpSpPr/>
          <p:nvPr/>
        </p:nvGrpSpPr>
        <p:grpSpPr>
          <a:xfrm>
            <a:off x="4093454" y="1629560"/>
            <a:ext cx="424188" cy="424188"/>
            <a:chOff x="-4573475" y="2045850"/>
            <a:chExt cx="293800" cy="293800"/>
          </a:xfrm>
        </p:grpSpPr>
        <p:sp>
          <p:nvSpPr>
            <p:cNvPr id="10938" name="Google Shape;10938;p7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0" name="Google Shape;10940;p70"/>
          <p:cNvGrpSpPr/>
          <p:nvPr/>
        </p:nvGrpSpPr>
        <p:grpSpPr>
          <a:xfrm>
            <a:off x="4092877" y="2138699"/>
            <a:ext cx="425343" cy="424225"/>
            <a:chOff x="-4570325" y="2405775"/>
            <a:chExt cx="294600" cy="293825"/>
          </a:xfrm>
        </p:grpSpPr>
        <p:sp>
          <p:nvSpPr>
            <p:cNvPr id="10941" name="Google Shape;10941;p7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3" name="Google Shape;10943;p70"/>
          <p:cNvGrpSpPr/>
          <p:nvPr/>
        </p:nvGrpSpPr>
        <p:grpSpPr>
          <a:xfrm>
            <a:off x="4105945" y="2659838"/>
            <a:ext cx="423069" cy="423033"/>
            <a:chOff x="-4572700" y="2764950"/>
            <a:chExt cx="293025" cy="293000"/>
          </a:xfrm>
        </p:grpSpPr>
        <p:sp>
          <p:nvSpPr>
            <p:cNvPr id="10944" name="Google Shape;10944;p7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9" name="Google Shape;10949;p70"/>
          <p:cNvGrpSpPr/>
          <p:nvPr/>
        </p:nvGrpSpPr>
        <p:grpSpPr>
          <a:xfrm>
            <a:off x="6824707" y="1631239"/>
            <a:ext cx="414840" cy="420832"/>
            <a:chOff x="-2777700" y="2049775"/>
            <a:chExt cx="287325" cy="291475"/>
          </a:xfrm>
        </p:grpSpPr>
        <p:sp>
          <p:nvSpPr>
            <p:cNvPr id="10950" name="Google Shape;10950;p7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3" name="Google Shape;10953;p70"/>
          <p:cNvGrpSpPr/>
          <p:nvPr/>
        </p:nvGrpSpPr>
        <p:grpSpPr>
          <a:xfrm>
            <a:off x="6821170" y="2140431"/>
            <a:ext cx="421914" cy="420759"/>
            <a:chOff x="-2571737" y="2403625"/>
            <a:chExt cx="292225" cy="291425"/>
          </a:xfrm>
        </p:grpSpPr>
        <p:sp>
          <p:nvSpPr>
            <p:cNvPr id="10954" name="Google Shape;10954;p7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1" name="Google Shape;10961;p70"/>
          <p:cNvGrpSpPr/>
          <p:nvPr/>
        </p:nvGrpSpPr>
        <p:grpSpPr>
          <a:xfrm>
            <a:off x="6821170" y="2661534"/>
            <a:ext cx="421914" cy="419640"/>
            <a:chOff x="-2571737" y="2764550"/>
            <a:chExt cx="292225" cy="290650"/>
          </a:xfrm>
        </p:grpSpPr>
        <p:sp>
          <p:nvSpPr>
            <p:cNvPr id="10962" name="Google Shape;10962;p7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5" name="Google Shape;10965;p70"/>
          <p:cNvGrpSpPr/>
          <p:nvPr/>
        </p:nvGrpSpPr>
        <p:grpSpPr>
          <a:xfrm>
            <a:off x="3020671" y="3230538"/>
            <a:ext cx="421914" cy="423864"/>
            <a:chOff x="-1333975" y="2365850"/>
            <a:chExt cx="292225" cy="293575"/>
          </a:xfrm>
        </p:grpSpPr>
        <p:sp>
          <p:nvSpPr>
            <p:cNvPr id="10966" name="Google Shape;10966;p7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4" name="Google Shape;10974;p70"/>
          <p:cNvGrpSpPr/>
          <p:nvPr/>
        </p:nvGrpSpPr>
        <p:grpSpPr>
          <a:xfrm>
            <a:off x="1954146" y="2660397"/>
            <a:ext cx="398020" cy="421914"/>
            <a:chOff x="-5995925" y="2757850"/>
            <a:chExt cx="275675" cy="292225"/>
          </a:xfrm>
        </p:grpSpPr>
        <p:sp>
          <p:nvSpPr>
            <p:cNvPr id="10975" name="Google Shape;10975;p7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7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7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4" name="Google Shape;10984;p70"/>
          <p:cNvGrpSpPr/>
          <p:nvPr/>
        </p:nvGrpSpPr>
        <p:grpSpPr>
          <a:xfrm>
            <a:off x="4634433" y="1631816"/>
            <a:ext cx="421951" cy="419677"/>
            <a:chOff x="-4211975" y="2046625"/>
            <a:chExt cx="292250" cy="290675"/>
          </a:xfrm>
        </p:grpSpPr>
        <p:sp>
          <p:nvSpPr>
            <p:cNvPr id="10985" name="Google Shape;10985;p7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7" name="Google Shape;10987;p70"/>
          <p:cNvGrpSpPr/>
          <p:nvPr/>
        </p:nvGrpSpPr>
        <p:grpSpPr>
          <a:xfrm>
            <a:off x="4684479" y="2138699"/>
            <a:ext cx="321859" cy="424225"/>
            <a:chOff x="-4178875" y="2405775"/>
            <a:chExt cx="222925" cy="293825"/>
          </a:xfrm>
        </p:grpSpPr>
        <p:sp>
          <p:nvSpPr>
            <p:cNvPr id="10988" name="Google Shape;10988;p7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1" name="Google Shape;10991;p70"/>
          <p:cNvGrpSpPr/>
          <p:nvPr/>
        </p:nvGrpSpPr>
        <p:grpSpPr>
          <a:xfrm>
            <a:off x="4646942" y="2673483"/>
            <a:ext cx="420796" cy="395746"/>
            <a:chOff x="-4211975" y="2783850"/>
            <a:chExt cx="291450" cy="274100"/>
          </a:xfrm>
        </p:grpSpPr>
        <p:sp>
          <p:nvSpPr>
            <p:cNvPr id="10992" name="Google Shape;10992;p7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5" name="Google Shape;10995;p70"/>
          <p:cNvSpPr/>
          <p:nvPr/>
        </p:nvSpPr>
        <p:spPr>
          <a:xfrm>
            <a:off x="7362836" y="1629995"/>
            <a:ext cx="399175" cy="42306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6" name="Google Shape;10996;p70"/>
          <p:cNvGrpSpPr/>
          <p:nvPr/>
        </p:nvGrpSpPr>
        <p:grpSpPr>
          <a:xfrm>
            <a:off x="7351871" y="2140413"/>
            <a:ext cx="420796" cy="420796"/>
            <a:chOff x="-2419325" y="2408150"/>
            <a:chExt cx="291450" cy="291450"/>
          </a:xfrm>
        </p:grpSpPr>
        <p:sp>
          <p:nvSpPr>
            <p:cNvPr id="10997" name="Google Shape;10997;p7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04" name="Google Shape;11004;p70"/>
          <p:cNvSpPr/>
          <p:nvPr/>
        </p:nvSpPr>
        <p:spPr>
          <a:xfrm>
            <a:off x="7362260" y="2659651"/>
            <a:ext cx="424188" cy="42306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05" name="Google Shape;11005;p70"/>
          <p:cNvGrpSpPr/>
          <p:nvPr/>
        </p:nvGrpSpPr>
        <p:grpSpPr>
          <a:xfrm>
            <a:off x="4673396" y="3231514"/>
            <a:ext cx="420796" cy="421914"/>
            <a:chOff x="-1333200" y="2770450"/>
            <a:chExt cx="291450" cy="292225"/>
          </a:xfrm>
        </p:grpSpPr>
        <p:sp>
          <p:nvSpPr>
            <p:cNvPr id="11006" name="Google Shape;11006;p7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8" name="Google Shape;11008;p70"/>
          <p:cNvGrpSpPr/>
          <p:nvPr/>
        </p:nvGrpSpPr>
        <p:grpSpPr>
          <a:xfrm>
            <a:off x="2470009" y="1631256"/>
            <a:ext cx="423069" cy="420796"/>
            <a:chOff x="-5635200" y="2037975"/>
            <a:chExt cx="293025" cy="291450"/>
          </a:xfrm>
        </p:grpSpPr>
        <p:sp>
          <p:nvSpPr>
            <p:cNvPr id="11009" name="Google Shape;11009;p7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1" name="Google Shape;11011;p70"/>
          <p:cNvGrpSpPr/>
          <p:nvPr/>
        </p:nvGrpSpPr>
        <p:grpSpPr>
          <a:xfrm>
            <a:off x="2468295" y="2140412"/>
            <a:ext cx="426499" cy="420796"/>
            <a:chOff x="-5637575" y="2397900"/>
            <a:chExt cx="295400" cy="291450"/>
          </a:xfrm>
        </p:grpSpPr>
        <p:sp>
          <p:nvSpPr>
            <p:cNvPr id="11012" name="Google Shape;11012;p7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7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7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6" name="Google Shape;11016;p70"/>
          <p:cNvGrpSpPr/>
          <p:nvPr/>
        </p:nvGrpSpPr>
        <p:grpSpPr>
          <a:xfrm>
            <a:off x="2481958" y="2660397"/>
            <a:ext cx="423033" cy="421914"/>
            <a:chOff x="-5635975" y="2757075"/>
            <a:chExt cx="293000" cy="292225"/>
          </a:xfrm>
        </p:grpSpPr>
        <p:sp>
          <p:nvSpPr>
            <p:cNvPr id="11017" name="Google Shape;11017;p7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9" name="Google Shape;11019;p70"/>
          <p:cNvGrpSpPr/>
          <p:nvPr/>
        </p:nvGrpSpPr>
        <p:grpSpPr>
          <a:xfrm>
            <a:off x="5165893" y="1631256"/>
            <a:ext cx="423069" cy="420796"/>
            <a:chOff x="-3854375" y="2046625"/>
            <a:chExt cx="293025" cy="291450"/>
          </a:xfrm>
        </p:grpSpPr>
        <p:sp>
          <p:nvSpPr>
            <p:cNvPr id="11020" name="Google Shape;11020;p7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7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2" name="Google Shape;11022;p70"/>
          <p:cNvGrpSpPr/>
          <p:nvPr/>
        </p:nvGrpSpPr>
        <p:grpSpPr>
          <a:xfrm>
            <a:off x="5164756" y="2138717"/>
            <a:ext cx="425343" cy="424188"/>
            <a:chOff x="-3854375" y="2405000"/>
            <a:chExt cx="294600" cy="293800"/>
          </a:xfrm>
        </p:grpSpPr>
        <p:sp>
          <p:nvSpPr>
            <p:cNvPr id="11023" name="Google Shape;11023;p7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5" name="Google Shape;11025;p70"/>
          <p:cNvGrpSpPr/>
          <p:nvPr/>
        </p:nvGrpSpPr>
        <p:grpSpPr>
          <a:xfrm>
            <a:off x="5178961" y="2659838"/>
            <a:ext cx="420796" cy="423033"/>
            <a:chOff x="-3852025" y="2764950"/>
            <a:chExt cx="291450" cy="293000"/>
          </a:xfrm>
        </p:grpSpPr>
        <p:sp>
          <p:nvSpPr>
            <p:cNvPr id="11026" name="Google Shape;11026;p7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28" name="Google Shape;11028;p70"/>
          <p:cNvSpPr/>
          <p:nvPr/>
        </p:nvSpPr>
        <p:spPr>
          <a:xfrm>
            <a:off x="7900991" y="1681753"/>
            <a:ext cx="421914" cy="319549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9" name="Google Shape;11029;p70"/>
          <p:cNvSpPr/>
          <p:nvPr/>
        </p:nvSpPr>
        <p:spPr>
          <a:xfrm>
            <a:off x="7900991" y="2140284"/>
            <a:ext cx="421914" cy="420759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0" name="Google Shape;11030;p70"/>
          <p:cNvGrpSpPr/>
          <p:nvPr/>
        </p:nvGrpSpPr>
        <p:grpSpPr>
          <a:xfrm>
            <a:off x="7901550" y="2660398"/>
            <a:ext cx="420796" cy="421914"/>
            <a:chOff x="-2060175" y="2768875"/>
            <a:chExt cx="291450" cy="292225"/>
          </a:xfrm>
        </p:grpSpPr>
        <p:sp>
          <p:nvSpPr>
            <p:cNvPr id="11031" name="Google Shape;11031;p7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3" name="Google Shape;11033;p70"/>
          <p:cNvGrpSpPr/>
          <p:nvPr/>
        </p:nvGrpSpPr>
        <p:grpSpPr>
          <a:xfrm>
            <a:off x="1915160" y="3232071"/>
            <a:ext cx="421914" cy="420796"/>
            <a:chOff x="-937025" y="2064750"/>
            <a:chExt cx="292225" cy="291450"/>
          </a:xfrm>
        </p:grpSpPr>
        <p:sp>
          <p:nvSpPr>
            <p:cNvPr id="11034" name="Google Shape;11034;p7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70"/>
          <p:cNvGrpSpPr/>
          <p:nvPr/>
        </p:nvGrpSpPr>
        <p:grpSpPr>
          <a:xfrm>
            <a:off x="3018323" y="1630697"/>
            <a:ext cx="421951" cy="421914"/>
            <a:chOff x="-5276050" y="2037975"/>
            <a:chExt cx="292250" cy="292225"/>
          </a:xfrm>
        </p:grpSpPr>
        <p:sp>
          <p:nvSpPr>
            <p:cNvPr id="11038" name="Google Shape;11038;p7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41" name="Google Shape;11041;p70"/>
          <p:cNvSpPr/>
          <p:nvPr/>
        </p:nvSpPr>
        <p:spPr>
          <a:xfrm>
            <a:off x="3014690" y="2152917"/>
            <a:ext cx="429891" cy="395493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2" name="Google Shape;11042;p70"/>
          <p:cNvSpPr/>
          <p:nvPr/>
        </p:nvSpPr>
        <p:spPr>
          <a:xfrm>
            <a:off x="3030609" y="2660806"/>
            <a:ext cx="421914" cy="420759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43" name="Google Shape;11043;p70"/>
          <p:cNvGrpSpPr/>
          <p:nvPr/>
        </p:nvGrpSpPr>
        <p:grpSpPr>
          <a:xfrm>
            <a:off x="5777136" y="1631256"/>
            <a:ext cx="324133" cy="420796"/>
            <a:chOff x="-3462150" y="2046625"/>
            <a:chExt cx="224500" cy="291450"/>
          </a:xfrm>
        </p:grpSpPr>
        <p:sp>
          <p:nvSpPr>
            <p:cNvPr id="11044" name="Google Shape;11044;p7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1" name="Google Shape;11051;p70"/>
          <p:cNvGrpSpPr/>
          <p:nvPr/>
        </p:nvGrpSpPr>
        <p:grpSpPr>
          <a:xfrm>
            <a:off x="5752700" y="2139276"/>
            <a:ext cx="373006" cy="423069"/>
            <a:chOff x="-3478675" y="2405775"/>
            <a:chExt cx="258350" cy="293025"/>
          </a:xfrm>
        </p:grpSpPr>
        <p:sp>
          <p:nvSpPr>
            <p:cNvPr id="11052" name="Google Shape;11052;p7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7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6" name="Google Shape;11056;p70"/>
          <p:cNvGrpSpPr/>
          <p:nvPr/>
        </p:nvGrpSpPr>
        <p:grpSpPr>
          <a:xfrm>
            <a:off x="5815218" y="2660398"/>
            <a:ext cx="271831" cy="421914"/>
            <a:chOff x="-3443250" y="2765725"/>
            <a:chExt cx="188275" cy="292225"/>
          </a:xfrm>
        </p:grpSpPr>
        <p:sp>
          <p:nvSpPr>
            <p:cNvPr id="11057" name="Google Shape;11057;p7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1" name="Google Shape;11061;p70"/>
          <p:cNvGrpSpPr/>
          <p:nvPr/>
        </p:nvGrpSpPr>
        <p:grpSpPr>
          <a:xfrm>
            <a:off x="844114" y="3230934"/>
            <a:ext cx="371887" cy="423069"/>
            <a:chOff x="-1684475" y="2049000"/>
            <a:chExt cx="257575" cy="293025"/>
          </a:xfrm>
        </p:grpSpPr>
        <p:sp>
          <p:nvSpPr>
            <p:cNvPr id="11062" name="Google Shape;11062;p7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66" name="Google Shape;11066;p70"/>
          <p:cNvSpPr/>
          <p:nvPr/>
        </p:nvSpPr>
        <p:spPr>
          <a:xfrm>
            <a:off x="2472295" y="3231775"/>
            <a:ext cx="440106" cy="4213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67" name="Google Shape;11067;p70"/>
          <p:cNvGrpSpPr/>
          <p:nvPr/>
        </p:nvGrpSpPr>
        <p:grpSpPr>
          <a:xfrm>
            <a:off x="4134007" y="3231514"/>
            <a:ext cx="420796" cy="421914"/>
            <a:chOff x="-1700225" y="2768875"/>
            <a:chExt cx="291450" cy="292225"/>
          </a:xfrm>
        </p:grpSpPr>
        <p:sp>
          <p:nvSpPr>
            <p:cNvPr id="11068" name="Google Shape;11068;p7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4" name="Google Shape;11074;p70"/>
          <p:cNvGrpSpPr/>
          <p:nvPr/>
        </p:nvGrpSpPr>
        <p:grpSpPr>
          <a:xfrm>
            <a:off x="3602355" y="3230935"/>
            <a:ext cx="371887" cy="423069"/>
            <a:chOff x="-919700" y="2420750"/>
            <a:chExt cx="257575" cy="293025"/>
          </a:xfrm>
        </p:grpSpPr>
        <p:sp>
          <p:nvSpPr>
            <p:cNvPr id="11075" name="Google Shape;11075;p7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8" name="Google Shape;11078;p70"/>
          <p:cNvGrpSpPr/>
          <p:nvPr/>
        </p:nvGrpSpPr>
        <p:grpSpPr>
          <a:xfrm>
            <a:off x="1937547" y="1645950"/>
            <a:ext cx="409531" cy="410617"/>
            <a:chOff x="6679825" y="2693700"/>
            <a:chExt cx="257875" cy="258575"/>
          </a:xfrm>
        </p:grpSpPr>
        <p:sp>
          <p:nvSpPr>
            <p:cNvPr id="11079" name="Google Shape;11079;p7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1" name="Google Shape;11081;p70"/>
          <p:cNvGrpSpPr/>
          <p:nvPr/>
        </p:nvGrpSpPr>
        <p:grpSpPr>
          <a:xfrm>
            <a:off x="1927121" y="2142110"/>
            <a:ext cx="420531" cy="417262"/>
            <a:chOff x="6790450" y="3119050"/>
            <a:chExt cx="262750" cy="260675"/>
          </a:xfrm>
        </p:grpSpPr>
        <p:sp>
          <p:nvSpPr>
            <p:cNvPr id="11082" name="Google Shape;11082;p7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7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4" name="Google Shape;11084;p70"/>
          <p:cNvGrpSpPr/>
          <p:nvPr/>
        </p:nvGrpSpPr>
        <p:grpSpPr>
          <a:xfrm>
            <a:off x="6853082" y="3755436"/>
            <a:ext cx="358093" cy="407391"/>
            <a:chOff x="7660859" y="2571753"/>
            <a:chExt cx="366561" cy="417024"/>
          </a:xfrm>
        </p:grpSpPr>
        <p:sp>
          <p:nvSpPr>
            <p:cNvPr id="11085" name="Google Shape;11085;p70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0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0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8" name="Google Shape;11088;p70"/>
          <p:cNvGrpSpPr/>
          <p:nvPr/>
        </p:nvGrpSpPr>
        <p:grpSpPr>
          <a:xfrm>
            <a:off x="4387763" y="3755436"/>
            <a:ext cx="407391" cy="407391"/>
            <a:chOff x="5566722" y="2571753"/>
            <a:chExt cx="417024" cy="417024"/>
          </a:xfrm>
        </p:grpSpPr>
        <p:sp>
          <p:nvSpPr>
            <p:cNvPr id="11089" name="Google Shape;11089;p70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0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1" name="Google Shape;11091;p70"/>
          <p:cNvGrpSpPr/>
          <p:nvPr/>
        </p:nvGrpSpPr>
        <p:grpSpPr>
          <a:xfrm>
            <a:off x="5004096" y="3857692"/>
            <a:ext cx="407381" cy="202880"/>
            <a:chOff x="6090251" y="2676413"/>
            <a:chExt cx="417014" cy="207677"/>
          </a:xfrm>
        </p:grpSpPr>
        <p:sp>
          <p:nvSpPr>
            <p:cNvPr id="11092" name="Google Shape;11092;p70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0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0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0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6" name="Google Shape;11096;p70"/>
          <p:cNvGrpSpPr/>
          <p:nvPr/>
        </p:nvGrpSpPr>
        <p:grpSpPr>
          <a:xfrm>
            <a:off x="6236750" y="3755436"/>
            <a:ext cx="407391" cy="407391"/>
            <a:chOff x="7137330" y="2571753"/>
            <a:chExt cx="417024" cy="417024"/>
          </a:xfrm>
        </p:grpSpPr>
        <p:sp>
          <p:nvSpPr>
            <p:cNvPr id="11097" name="Google Shape;11097;p70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0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0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0" name="Google Shape;11100;p70"/>
          <p:cNvGrpSpPr/>
          <p:nvPr/>
        </p:nvGrpSpPr>
        <p:grpSpPr>
          <a:xfrm>
            <a:off x="5620418" y="3755436"/>
            <a:ext cx="407391" cy="407391"/>
            <a:chOff x="6613801" y="2571753"/>
            <a:chExt cx="417024" cy="417024"/>
          </a:xfrm>
        </p:grpSpPr>
        <p:sp>
          <p:nvSpPr>
            <p:cNvPr id="11101" name="Google Shape;11101;p70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0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0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0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0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6" name="Google Shape;11106;p70"/>
          <p:cNvGrpSpPr/>
          <p:nvPr/>
        </p:nvGrpSpPr>
        <p:grpSpPr>
          <a:xfrm>
            <a:off x="7908242" y="3238780"/>
            <a:ext cx="407411" cy="407411"/>
            <a:chOff x="2964567" y="2571753"/>
            <a:chExt cx="417045" cy="417045"/>
          </a:xfrm>
        </p:grpSpPr>
        <p:sp>
          <p:nvSpPr>
            <p:cNvPr id="11107" name="Google Shape;11107;p70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0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9" name="Google Shape;11109;p70"/>
          <p:cNvGrpSpPr/>
          <p:nvPr/>
        </p:nvGrpSpPr>
        <p:grpSpPr>
          <a:xfrm>
            <a:off x="1922414" y="3815897"/>
            <a:ext cx="407391" cy="286470"/>
            <a:chOff x="3476576" y="2633631"/>
            <a:chExt cx="417024" cy="293244"/>
          </a:xfrm>
        </p:grpSpPr>
        <p:sp>
          <p:nvSpPr>
            <p:cNvPr id="11110" name="Google Shape;11110;p70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0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2" name="Google Shape;11112;p70"/>
          <p:cNvGrpSpPr/>
          <p:nvPr/>
        </p:nvGrpSpPr>
        <p:grpSpPr>
          <a:xfrm>
            <a:off x="2538746" y="3755508"/>
            <a:ext cx="407411" cy="407248"/>
            <a:chOff x="3988564" y="2571836"/>
            <a:chExt cx="417045" cy="416878"/>
          </a:xfrm>
        </p:grpSpPr>
        <p:sp>
          <p:nvSpPr>
            <p:cNvPr id="11113" name="Google Shape;11113;p70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0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5" name="Google Shape;11115;p70"/>
          <p:cNvGrpSpPr/>
          <p:nvPr/>
        </p:nvGrpSpPr>
        <p:grpSpPr>
          <a:xfrm>
            <a:off x="3155099" y="3755436"/>
            <a:ext cx="407391" cy="407391"/>
            <a:chOff x="4500573" y="2571753"/>
            <a:chExt cx="417024" cy="417024"/>
          </a:xfrm>
        </p:grpSpPr>
        <p:sp>
          <p:nvSpPr>
            <p:cNvPr id="11116" name="Google Shape;11116;p70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0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8" name="Google Shape;11118;p70"/>
          <p:cNvGrpSpPr/>
          <p:nvPr/>
        </p:nvGrpSpPr>
        <p:grpSpPr>
          <a:xfrm>
            <a:off x="3771431" y="3755436"/>
            <a:ext cx="407391" cy="407391"/>
            <a:chOff x="5012603" y="2571753"/>
            <a:chExt cx="417024" cy="417024"/>
          </a:xfrm>
        </p:grpSpPr>
        <p:sp>
          <p:nvSpPr>
            <p:cNvPr id="11119" name="Google Shape;11119;p70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0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1" name="Google Shape;11121;p70"/>
          <p:cNvSpPr/>
          <p:nvPr/>
        </p:nvSpPr>
        <p:spPr>
          <a:xfrm>
            <a:off x="5212789" y="3238852"/>
            <a:ext cx="407383" cy="407383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2" name="Google Shape;11122;p70"/>
          <p:cNvGrpSpPr/>
          <p:nvPr/>
        </p:nvGrpSpPr>
        <p:grpSpPr>
          <a:xfrm>
            <a:off x="5733329" y="3238790"/>
            <a:ext cx="407432" cy="407391"/>
            <a:chOff x="812101" y="2571761"/>
            <a:chExt cx="417066" cy="417024"/>
          </a:xfrm>
        </p:grpSpPr>
        <p:sp>
          <p:nvSpPr>
            <p:cNvPr id="11123" name="Google Shape;11123;p70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0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70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70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7" name="Google Shape;11127;p70"/>
          <p:cNvGrpSpPr/>
          <p:nvPr/>
        </p:nvGrpSpPr>
        <p:grpSpPr>
          <a:xfrm>
            <a:off x="6253923" y="3238790"/>
            <a:ext cx="407391" cy="407391"/>
            <a:chOff x="1323129" y="2571761"/>
            <a:chExt cx="417024" cy="417024"/>
          </a:xfrm>
        </p:grpSpPr>
        <p:sp>
          <p:nvSpPr>
            <p:cNvPr id="11128" name="Google Shape;11128;p70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0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0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0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32" name="Google Shape;11132;p70"/>
          <p:cNvSpPr/>
          <p:nvPr/>
        </p:nvSpPr>
        <p:spPr>
          <a:xfrm>
            <a:off x="6827427" y="3275603"/>
            <a:ext cx="409401" cy="333886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33" name="Google Shape;11133;p70"/>
          <p:cNvGrpSpPr/>
          <p:nvPr/>
        </p:nvGrpSpPr>
        <p:grpSpPr>
          <a:xfrm>
            <a:off x="7390398" y="3238843"/>
            <a:ext cx="408023" cy="407411"/>
            <a:chOff x="2344476" y="2571761"/>
            <a:chExt cx="417671" cy="417045"/>
          </a:xfrm>
        </p:grpSpPr>
        <p:sp>
          <p:nvSpPr>
            <p:cNvPr id="11134" name="Google Shape;11134;p70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0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139" name="Shape 1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40" name="Google Shape;11140;p7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Abstract Tech Company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00CBD3"/>
      </a:accent1>
      <a:accent2>
        <a:srgbClr val="5B5B5B"/>
      </a:accent2>
      <a:accent3>
        <a:srgbClr val="FFFFFF"/>
      </a:accent3>
      <a:accent4>
        <a:srgbClr val="EA0156"/>
      </a:accent4>
      <a:accent5>
        <a:srgbClr val="00CBD3"/>
      </a:accent5>
      <a:accent6>
        <a:srgbClr val="EA0156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